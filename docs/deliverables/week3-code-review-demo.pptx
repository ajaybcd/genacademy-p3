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5104184dd04894" /><Relationship Type="http://schemas.openxmlformats.org/officeDocument/2006/relationships/extended-properties" Target="/docProps/app.xml" Id="R2f93cd0826e64a38" /><Relationship Type="http://schemas.openxmlformats.org/officeDocument/2006/relationships/officeDocument" Target="/ppt/presentation.xml" Id="Rf49b25289c3c4476" /></Relationships>
</file>

<file path=ppt/presentation.xml><?xml version="1.0" encoding="utf-8"?>
<p:presentation xmlns:p="http://schemas.openxmlformats.org/presentationml/2006/main">
  <p:sldMasterIdLst>
    <p:sldMasterId xmlns:r="http://schemas.openxmlformats.org/officeDocument/2006/relationships" id="2147483648" r:id="R1fa8f82fc0f04322"/>
  </p:sldMasterIdLst>
  <p:notesMasterIdLst>
    <p:notesMasterId xmlns:r="http://schemas.openxmlformats.org/officeDocument/2006/relationships" r:id="Re1f84cbcdef54f77"/>
  </p:notesMasterIdLst>
  <p:sldIdLst>
    <p:sldId xmlns:r="http://schemas.openxmlformats.org/officeDocument/2006/relationships" id="256" r:id="R9bbfadc0f1ac4aa4"/>
    <p:sldId xmlns:r="http://schemas.openxmlformats.org/officeDocument/2006/relationships" id="257" r:id="R16e707b5b6bb4436"/>
    <p:sldId xmlns:r="http://schemas.openxmlformats.org/officeDocument/2006/relationships" id="258" r:id="R13d372f683074155"/>
    <p:sldId xmlns:r="http://schemas.openxmlformats.org/officeDocument/2006/relationships" id="259" r:id="Re39d0cf1c3d44985"/>
    <p:sldId xmlns:r="http://schemas.openxmlformats.org/officeDocument/2006/relationships" id="260" r:id="R290e1ecbbf424a58"/>
    <p:sldId xmlns:r="http://schemas.openxmlformats.org/officeDocument/2006/relationships" id="261" r:id="Rd497394dd7d34b17"/>
    <p:sldId xmlns:r="http://schemas.openxmlformats.org/officeDocument/2006/relationships" id="262" r:id="R20f423ddbe014403"/>
    <p:sldId xmlns:r="http://schemas.openxmlformats.org/officeDocument/2006/relationships" id="263" r:id="Raa51e67b75ab4e88"/>
    <p:sldId xmlns:r="http://schemas.openxmlformats.org/officeDocument/2006/relationships" id="264" r:id="Rc22cb674c3c347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4cd9937e074f46" /><Relationship Type="http://schemas.openxmlformats.org/officeDocument/2006/relationships/slideMaster" Target="/ppt/slideMasters/slideMaster1.xml" Id="R1fa8f82fc0f04322" /><Relationship Type="http://schemas.openxmlformats.org/officeDocument/2006/relationships/notesMaster" Target="/ppt/notesMasters/notesMaster1.xml" Id="Re1f84cbcdef54f77" /><Relationship Type="http://schemas.openxmlformats.org/officeDocument/2006/relationships/presProps" Target="/ppt/presProps.xml" Id="R57c64de8588e4e14" /><Relationship Type="http://schemas.openxmlformats.org/officeDocument/2006/relationships/tableStyles" Target="/ppt/tableStyles.xml" Id="Rf7f5d474318f4aed" /><Relationship Type="http://schemas.openxmlformats.org/officeDocument/2006/relationships/slide" Target="/ppt/slides/slide1.xml" Id="R9bbfadc0f1ac4aa4" /><Relationship Type="http://schemas.openxmlformats.org/officeDocument/2006/relationships/slide" Target="/ppt/slides/slide2.xml" Id="R16e707b5b6bb4436" /><Relationship Type="http://schemas.openxmlformats.org/officeDocument/2006/relationships/slide" Target="/ppt/slides/slide3.xml" Id="R13d372f683074155" /><Relationship Type="http://schemas.openxmlformats.org/officeDocument/2006/relationships/slide" Target="/ppt/slides/slide4.xml" Id="Re39d0cf1c3d44985" /><Relationship Type="http://schemas.openxmlformats.org/officeDocument/2006/relationships/slide" Target="/ppt/slides/slide5.xml" Id="R290e1ecbbf424a58" /><Relationship Type="http://schemas.openxmlformats.org/officeDocument/2006/relationships/slide" Target="/ppt/slides/slide6.xml" Id="Rd497394dd7d34b17" /><Relationship Type="http://schemas.openxmlformats.org/officeDocument/2006/relationships/slide" Target="/ppt/slides/slide7.xml" Id="R20f423ddbe014403" /><Relationship Type="http://schemas.openxmlformats.org/officeDocument/2006/relationships/slide" Target="/ppt/slides/slide8.xml" Id="Raa51e67b75ab4e88" /><Relationship Type="http://schemas.openxmlformats.org/officeDocument/2006/relationships/slide" Target="/ppt/slides/slide9.xml" Id="Rc22cb674c3c347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38e36de3cd43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33cedea07f4466" /><Relationship Type="http://schemas.openxmlformats.org/officeDocument/2006/relationships/notesMaster" Target="/ppt/notesMasters/notesMaster1.xml" Id="Rfae5d28cfb494a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727dd1fa4840b8" /><Relationship Type="http://schemas.openxmlformats.org/officeDocument/2006/relationships/notesMaster" Target="/ppt/notesMasters/notesMaster1.xml" Id="R2b7ca6cae02940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04cae47c1e4e6e" /><Relationship Type="http://schemas.openxmlformats.org/officeDocument/2006/relationships/notesMaster" Target="/ppt/notesMasters/notesMaster1.xml" Id="Re579c5eb0aeb4c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e5bbf5c6ea4486" /><Relationship Type="http://schemas.openxmlformats.org/officeDocument/2006/relationships/notesMaster" Target="/ppt/notesMasters/notesMaster1.xml" Id="R6ed0d16d593649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1bba7db51a4cf9" /><Relationship Type="http://schemas.openxmlformats.org/officeDocument/2006/relationships/notesMaster" Target="/ppt/notesMasters/notesMaster1.xml" Id="R62743a83d3df49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45b3f5aaea47b0" /><Relationship Type="http://schemas.openxmlformats.org/officeDocument/2006/relationships/notesMaster" Target="/ppt/notesMasters/notesMaster1.xml" Id="Rabedb012e78540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c2758cfb704762" /><Relationship Type="http://schemas.openxmlformats.org/officeDocument/2006/relationships/notesMaster" Target="/ppt/notesMasters/notesMaster1.xml" Id="R2a57865a6048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3749a20e3d40e3" /><Relationship Type="http://schemas.openxmlformats.org/officeDocument/2006/relationships/notesMaster" Target="/ppt/notesMasters/notesMaster1.xml" Id="R1463c0703e4d4f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d075770daa4ccc" /><Relationship Type="http://schemas.openxmlformats.org/officeDocument/2006/relationships/notesMaster" Target="/ppt/notesMasters/notesMaster1.xml" Id="R0c69c1073b3841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a:t>
            </a:r>
          </a:p>
          <a:p xmlns:a="http://schemas.openxmlformats.org/drawingml/2006/main">
            <a:r>
              <a:t>0:00 to 0:25</a:t>
            </a:r>
          </a:p>
          <a:p xmlns:a="http://schemas.openxmlformats.org/drawingml/2006/main">
            <a:r>
              <a:t>ON SCREEN: Show the deployed app title with Connection settings collapsed.</a:t>
            </a:r>
          </a:p>
          <a:p xmlns:a="http://schemas.openxmlformats.org/drawingml/2006/main">
            <a:r>
              <a:t/>
            </a:r>
          </a:p>
          <a:p xmlns:a="http://schemas.openxmlformats.org/drawingml/2006/main">
            <a:r>
              <a:t>SAY: I built Code Review Workbench for Week Three. It helps engineers review Python pull requests using three specialists for correctness, security and missing tests. The app is deployed on Streamlit, and its source and three real sample reports are published on GitHub.</a:t>
            </a:r>
          </a:p>
          <a:p xmlns:a="http://schemas.openxmlformats.org/drawingml/2006/main">
            <a:r>
              <a:t/>
            </a:r>
          </a:p>
          <a:p xmlns:a="http://schemas.openxmlformats.org/drawingml/2006/main">
            <a:r>
              <a:t>Sources:</a:t>
            </a:r>
          </a:p>
          <a:p xmlns:a="http://schemas.openxmlformats.org/drawingml/2006/main">
            <a:r>
              <a:t>https://genacademy-p3-code-review.streamlit.app/</a:t>
            </a:r>
          </a:p>
          <a:p xmlns:a="http://schemas.openxmlformats.org/drawingml/2006/main">
            <a:r>
              <a:t>https://github.com/ajaybcd/GENACADEMY-P3</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a:t>
            </a:r>
          </a:p>
          <a:p xmlns:a="http://schemas.openxmlformats.org/drawingml/2006/main">
            <a:r>
              <a:t>0:25 to 1:00</a:t>
            </a:r>
          </a:p>
          <a:p xmlns:a="http://schemas.openxmlformats.org/drawingml/2006/main">
            <a:r>
              <a:t>ON SCREEN: Show the completed real PR review prepared before recording, then its Activity and limits tab. Do not click Start review during the video.</a:t>
            </a:r>
          </a:p>
          <a:p xmlns:a="http://schemas.openxmlformats.org/drawingml/2006/main">
            <a:r>
              <a:t/>
            </a:r>
          </a:p>
          <a:p xmlns:a="http://schemas.openxmlformats.org/drawingml/2006/main">
            <a:r>
              <a:t>SAY: I ran this real PR review before recording, so we can inspect its final result without waiting on an API call. The app pins the source commit. Each specialist chooses read tools and can follow context, search tests or parse Python structure. The orchestrator then validates snippets against added diff lines and pauses for my decision.</a:t>
            </a:r>
          </a:p>
          <a:p xmlns:a="http://schemas.openxmlformats.org/drawingml/2006/main">
            <a:r>
              <a:t/>
            </a:r>
          </a:p>
          <a:p xmlns:a="http://schemas.openxmlformats.org/drawingml/2006/main">
            <a:r>
              <a:t>Sources:</a:t>
            </a:r>
          </a:p>
          <a:p xmlns:a="http://schemas.openxmlformats.org/drawingml/2006/main">
            <a:r>
              <a:t>https://github.com/ajaybcd/GENACADEMY-P3/blob/main/review_app/workflow.py</a:t>
            </a:r>
          </a:p>
          <a:p xmlns:a="http://schemas.openxmlformats.org/drawingml/2006/main">
            <a:r>
              <a:t>https://genacademy-p3-code-review.streamlit.app/</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a:t>
            </a:r>
          </a:p>
          <a:p xmlns:a="http://schemas.openxmlformats.org/drawingml/2006/main">
            <a:r>
              <a:t>1:00 to 1:40</a:t>
            </a:r>
          </a:p>
          <a:p xmlns:a="http://schemas.openxmlformats.org/drawingml/2006/main">
            <a:r>
              <a:t>ON SCREEN: Open real-1.json on GitHub. Point to model_calls, the first correctness proposal, and warnings.</a:t>
            </a:r>
          </a:p>
          <a:p xmlns:a="http://schemas.openxmlformats.org/drawingml/2006/main">
            <a:r>
              <a:t/>
            </a:r>
          </a:p>
          <a:p xmlns:a="http://schemas.openxmlformats.org/drawingml/2006/main">
            <a:r>
              <a:t>SAY: The first saved sample is Requests PR sixty-seven sixty-seven. It used seventeen model calls and proposed three findings: a possible TLS-context correctness issue and two test suggestions. This is the original before-fix baseline, so its context-read failures are preserved. Passing source anchoring does not confirm that a proposed bug is real.</a:t>
            </a:r>
          </a:p>
          <a:p xmlns:a="http://schemas.openxmlformats.org/drawingml/2006/main">
            <a:r>
              <a:t/>
            </a:r>
          </a:p>
          <a:p xmlns:a="http://schemas.openxmlformats.org/drawingml/2006/main">
            <a:r>
              <a:t>Sources:</a:t>
            </a:r>
          </a:p>
          <a:p xmlns:a="http://schemas.openxmlformats.org/drawingml/2006/main">
            <a:r>
              <a:t>https://github.com/ajaybcd/GENACADEMY-P3/blob/main/docs/reports/real-1.json</a:t>
            </a:r>
          </a:p>
          <a:p xmlns:a="http://schemas.openxmlformats.org/drawingml/2006/main">
            <a:r>
              <a:t>https://github.com/psf/requests/pull/6767</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a:t>
            </a:r>
          </a:p>
          <a:p xmlns:a="http://schemas.openxmlformats.org/drawingml/2006/main">
            <a:r>
              <a:t>1:40 to 2:10</a:t>
            </a:r>
          </a:p>
          <a:p xmlns:a="http://schemas.openxmlformats.org/drawingml/2006/main">
            <a:r>
              <a:t>ON SCREEN: Open real-2.json. Point to its source URL, two findings and empty warnings list.</a:t>
            </a:r>
          </a:p>
          <a:p xmlns:a="http://schemas.openxmlformats.org/drawingml/2006/main">
            <a:r>
              <a:t/>
            </a:r>
          </a:p>
          <a:p xmlns:a="http://schemas.openxmlformats.org/drawingml/2006/main">
            <a:r>
              <a:t>SAY: The second sample, PR sixty-nine sixty-three, used twelve calls and proposed two findings around a home-directory error path and its tests. All three specialists completed, with no warnings in this selected run. These are model proposals awaiting independent assessment.</a:t>
            </a:r>
          </a:p>
          <a:p xmlns:a="http://schemas.openxmlformats.org/drawingml/2006/main">
            <a:r>
              <a:t/>
            </a:r>
          </a:p>
          <a:p xmlns:a="http://schemas.openxmlformats.org/drawingml/2006/main">
            <a:r>
              <a:t>Sources:</a:t>
            </a:r>
          </a:p>
          <a:p xmlns:a="http://schemas.openxmlformats.org/drawingml/2006/main">
            <a:r>
              <a:t>https://github.com/ajaybcd/GENACADEMY-P3/blob/main/docs/reports/real-2.json</a:t>
            </a:r>
          </a:p>
          <a:p xmlns:a="http://schemas.openxmlformats.org/drawingml/2006/main">
            <a:r>
              <a:t>https://github.com/psf/requests/pull/6963</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a:t>
            </a:r>
          </a:p>
          <a:p xmlns:a="http://schemas.openxmlformats.org/drawingml/2006/main">
            <a:r>
              <a:t>2:10 to 2:40</a:t>
            </a:r>
          </a:p>
          <a:p xmlns:a="http://schemas.openxmlformats.org/drawingml/2006/main">
            <a:r>
              <a:t>ON SCREEN: Open real-3.json. Point to zero findings, fourteen model calls and the coverage warnings.</a:t>
            </a:r>
          </a:p>
          <a:p xmlns:a="http://schemas.openxmlformats.org/drawingml/2006/main">
            <a:r>
              <a:t/>
            </a:r>
          </a:p>
          <a:p xmlns:a="http://schemas.openxmlformats.org/drawingml/2006/main">
            <a:r>
              <a:t>SAY: The third sample, PR seventy-five oh-two, used fourteen calls and proposed no findings. It inspected the large changed test module. Its remaining messages disclose bounded directory searches and a context-file cap. Zero findings is a valid outcome; it does not establish complete coverage or bug-free code.</a:t>
            </a:r>
          </a:p>
          <a:p xmlns:a="http://schemas.openxmlformats.org/drawingml/2006/main">
            <a:r>
              <a:t/>
            </a:r>
          </a:p>
          <a:p xmlns:a="http://schemas.openxmlformats.org/drawingml/2006/main">
            <a:r>
              <a:t>Sources:</a:t>
            </a:r>
          </a:p>
          <a:p xmlns:a="http://schemas.openxmlformats.org/drawingml/2006/main">
            <a:r>
              <a:t>https://github.com/ajaybcd/GENACADEMY-P3/blob/main/docs/reports/real-3.json</a:t>
            </a:r>
          </a:p>
          <a:p xmlns:a="http://schemas.openxmlformats.org/drawingml/2006/main">
            <a:r>
              <a:t>https://github.com/psf/requests/pull/7502</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a:t>
            </a:r>
          </a:p>
          <a:p xmlns:a="http://schemas.openxmlformats.org/drawingml/2006/main">
            <a:r>
              <a:t>2:40 to 3:15</a:t>
            </a:r>
          </a:p>
          <a:p xmlns:a="http://schemas.openxmlformats.org/drawingml/2006/main">
            <a:r>
              <a:t>ON SCREEN: Show the evaluation summary or verification notes, then the context reader source link.</a:t>
            </a:r>
          </a:p>
          <a:p xmlns:a="http://schemas.openxmlformats.org/drawingml/2006/main">
            <a:r>
              <a:t/>
            </a:r>
          </a:p>
          <a:p xmlns:a="http://schemas.openxmlformats.org/drawingml/2006/main">
            <a:r>
              <a:t>SAY: The main retrieval problem was a sixty-kilobyte limit rejecting a one-hundred-and-six-kilobyte test file. I added paged reads, full-file search, path discovery and caching at the pinned commit. I also added bounded directory search after a specialist supplied a directory to a file-only tool. Those repairs are covered by regression tests.</a:t>
            </a:r>
          </a:p>
          <a:p xmlns:a="http://schemas.openxmlformats.org/drawingml/2006/main">
            <a:r>
              <a:t/>
            </a:r>
          </a:p>
          <a:p xmlns:a="http://schemas.openxmlformats.org/drawingml/2006/main">
            <a:r>
              <a:t>Sources:</a:t>
            </a:r>
          </a:p>
          <a:p xmlns:a="http://schemas.openxmlformats.org/drawingml/2006/main">
            <a:r>
              <a:t>https://github.com/ajaybcd/GENACADEMY-P3/blob/main/docs/three-sample-evaluation.txt</a:t>
            </a:r>
          </a:p>
          <a:p xmlns:a="http://schemas.openxmlformats.org/drawingml/2006/main">
            <a:r>
              <a:t>https://github.com/ajaybcd/GENACADEMY-P3/blob/main/docs/VERIFICATION.txt</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a:t>
            </a:r>
          </a:p>
          <a:p xmlns:a="http://schemas.openxmlformats.org/drawingml/2006/main">
            <a:r>
              <a:t>3:15 to 3:55</a:t>
            </a:r>
          </a:p>
          <a:p xmlns:a="http://schemas.openxmlformats.org/drawingml/2006/main">
            <a:r>
              <a:t>ON SCREEN: Return to the prepared real review. If it has findings, select one and show the acknowledgement control. Click Finish without posting. If it has none, show its limits and use Finish without posting.</a:t>
            </a:r>
          </a:p>
          <a:p xmlns:a="http://schemas.openxmlformats.org/drawingml/2006/main">
            <a:r>
              <a:t/>
            </a:r>
          </a:p>
          <a:p xmlns:a="http://schemas.openxmlformats.org/drawingml/2006/main">
            <a:r>
              <a:t>SAY: The agent cannot post through its read tools. I can select individual findings, inspect limitations, export the report, or finish without posting. I will finish without posting here. An approved post would recheck the PR commits and send one batched comment review, with a local guard against repeating an uncertain write.</a:t>
            </a:r>
          </a:p>
          <a:p xmlns:a="http://schemas.openxmlformats.org/drawingml/2006/main">
            <a:r>
              <a:t/>
            </a:r>
          </a:p>
          <a:p xmlns:a="http://schemas.openxmlformats.org/drawingml/2006/main">
            <a:r>
              <a:t>Sources:</a:t>
            </a:r>
          </a:p>
          <a:p xmlns:a="http://schemas.openxmlformats.org/drawingml/2006/main">
            <a:r>
              <a:t>https://genacademy-p3-code-review.streamlit.app/</a:t>
            </a:r>
          </a:p>
          <a:p xmlns:a="http://schemas.openxmlformats.org/drawingml/2006/main">
            <a:r>
              <a:t>https://github.com/ajaybcd/GENACADEMY-P3/blob/main/docs/VERIFICATION.txt</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a:t>
            </a:r>
          </a:p>
          <a:p xmlns:a="http://schemas.openxmlformats.org/drawingml/2006/main">
            <a:r>
              <a:t>3:55 to 4:25</a:t>
            </a:r>
          </a:p>
          <a:p xmlns:a="http://schemas.openxmlformats.org/drawingml/2006/main">
            <a:r>
              <a:t>ON SCREEN: Show the repository README and the 42-test result in verification notes.</a:t>
            </a:r>
          </a:p>
          <a:p xmlns:a="http://schemas.openxmlformats.org/drawingml/2006/main">
            <a:r>
              <a:t/>
            </a:r>
          </a:p>
          <a:p xmlns:a="http://schemas.openxmlformats.org/drawingml/2006/main">
            <a:r>
              <a:t>SAY: I used Codex to turn the handout into a scoped implementation, build the Streamlit interface and specialist loops, and debug provider and retrieval failures. The project now has forty-two passing tests, including approval, stale commits, evidence anchoring and context limits. Review checkpoints are session-based, and finding accuracy has not been independently measured.</a:t>
            </a:r>
          </a:p>
          <a:p xmlns:a="http://schemas.openxmlformats.org/drawingml/2006/main">
            <a:r>
              <a:t/>
            </a:r>
          </a:p>
          <a:p xmlns:a="http://schemas.openxmlformats.org/drawingml/2006/main">
            <a:r>
              <a:t>Sources:</a:t>
            </a:r>
          </a:p>
          <a:p xmlns:a="http://schemas.openxmlformats.org/drawingml/2006/main">
            <a:r>
              <a:t>https://github.com/ajaybcd/GENACADEMY-P3/blob/main/docs/VERIFICATION.txt</a:t>
            </a:r>
          </a:p>
          <a:p xmlns:a="http://schemas.openxmlformats.org/drawingml/2006/main">
            <a:r>
              <a:t>https://github.com/ajaybcd/GENACADEMY-P3</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a:t>
            </a:r>
          </a:p>
          <a:p xmlns:a="http://schemas.openxmlformats.org/drawingml/2006/main">
            <a:r>
              <a:t>4:25 to 4:40</a:t>
            </a:r>
          </a:p>
          <a:p xmlns:a="http://schemas.openxmlformats.org/drawingml/2006/main">
            <a:r>
              <a:t>ON SCREEN: End on the live app and repository links. Stop recording by 4:40.</a:t>
            </a:r>
          </a:p>
          <a:p xmlns:a="http://schemas.openxmlformats.org/drawingml/2006/main">
            <a:r>
              <a:t/>
            </a:r>
          </a:p>
          <a:p xmlns:a="http://schemas.openxmlformats.org/drawingml/2006/main">
            <a:r>
              <a:t>SAY: The deliverables are the deployed app, the GitHub code, three real review reports, and this project documentation. The next step is to label the findings for usefulness and false positives.</a:t>
            </a:r>
          </a:p>
          <a:p xmlns:a="http://schemas.openxmlformats.org/drawingml/2006/main">
            <a:r>
              <a:t/>
            </a:r>
          </a:p>
          <a:p xmlns:a="http://schemas.openxmlformats.org/drawingml/2006/main">
            <a:r>
              <a:t>Sources:</a:t>
            </a:r>
          </a:p>
          <a:p xmlns:a="http://schemas.openxmlformats.org/drawingml/2006/main">
            <a:r>
              <a:t>https://genacademy-p3-code-review.streamlit.app/</a:t>
            </a:r>
          </a:p>
          <a:p xmlns:a="http://schemas.openxmlformats.org/drawingml/2006/main">
            <a:r>
              <a:t>https://github.com/ajaybcd/GENACADEMY-P3</a:t>
            </a:r>
          </a:p>
          <a:p xmlns:a="http://schemas.openxmlformats.org/drawingml/2006/main">
            <a:r>
              <a:t>https://github.com/ajaybcd/GENACADEMY-P3/blob/main/docs/reports/real-1.json</a:t>
            </a:r>
          </a:p>
          <a:p xmlns:a="http://schemas.openxmlformats.org/drawingml/2006/main">
            <a:r>
              <a:t>https://github.com/ajaybcd/GENACADEMY-P3/blob/main/docs/reports/real-2.json</a:t>
            </a:r>
          </a:p>
          <a:p xmlns:a="http://schemas.openxmlformats.org/drawingml/2006/main">
            <a:r>
              <a:t>https://github.com/ajaybcd/GENACADEMY-P3/blob/main/docs/reports/real-3.json</a:t>
            </a:r>
          </a:p>
          <a:p xmlns:a="http://schemas.openxmlformats.org/drawingml/2006/main">
            <a:r>
              <a:t/>
            </a:r>
          </a:p>
          <a:p xmlns:a="http://schemas.openxmlformats.org/drawingml/2006/main">
            <a:r>
              <a:t>Deck visual reference: https://docs.google.com/presentation/d/1RRFaopC16lW_VrUpqgaMr_XGsjps6pogzF8txfobWbk/edit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e271c9631b43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b3d47a9eae49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1c0ecc1db64f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4e56a22bea49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82e1df43ca4e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fb58d18a8d4c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88E3AF-35C2-4E75-B9A7-C70C33AB47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9A6E0F1-5117-4608-8A18-E7DDADC731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97D358-E77B-412D-8D57-0DA9491817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DE3119-2F5C-46BC-A66D-343ABB2A1A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C2EC29-9DB6-492E-8F18-5F9A335D56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384EFA-6402-4A4E-A25E-189C91C0E7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D748CB-BB59-47E9-9035-86F87A817A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8C824B-2C5F-44A5-8550-58DDD72702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3459A5-B1DC-4E13-B71B-8B8DC55C91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3C6969-4EF4-42CD-900A-2FCA33368C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b8724636404e76" /><Relationship Type="http://schemas.openxmlformats.org/officeDocument/2006/relationships/slideLayout" Target="/ppt/slideLayouts/slideLayout1.xml" Id="Rb4e4d93a6b8944c5" /><Relationship Type="http://schemas.openxmlformats.org/officeDocument/2006/relationships/slideLayout" Target="/ppt/slideLayouts/slideLayout2.xml" Id="R5970bd1e448a449c" /><Relationship Type="http://schemas.openxmlformats.org/officeDocument/2006/relationships/slideLayout" Target="/ppt/slideLayouts/slideLayout3.xml" Id="Ra8f692e3db964ed1" /><Relationship Type="http://schemas.openxmlformats.org/officeDocument/2006/relationships/slideLayout" Target="/ppt/slideLayouts/slideLayout4.xml" Id="R2a6271c48d0e4635" /><Relationship Type="http://schemas.openxmlformats.org/officeDocument/2006/relationships/slideLayout" Target="/ppt/slideLayouts/slideLayout5.xml" Id="Rcad8a173beb24924" /><Relationship Type="http://schemas.openxmlformats.org/officeDocument/2006/relationships/slideLayout" Target="/ppt/slideLayouts/slideLayout6.xml" Id="R263b66002c8640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e4d93a6b8944c5"/>
    <p:sldLayoutId xmlns:r="http://schemas.openxmlformats.org/officeDocument/2006/relationships" id="2147483650" r:id="R5970bd1e448a449c"/>
    <p:sldLayoutId xmlns:r="http://schemas.openxmlformats.org/officeDocument/2006/relationships" id="2147483651" r:id="Ra8f692e3db964ed1"/>
    <p:sldLayoutId xmlns:r="http://schemas.openxmlformats.org/officeDocument/2006/relationships" id="2147483652" r:id="R2a6271c48d0e4635"/>
    <p:sldLayoutId xmlns:r="http://schemas.openxmlformats.org/officeDocument/2006/relationships" id="2147483653" r:id="Rcad8a173beb24924"/>
    <p:sldLayoutId xmlns:r="http://schemas.openxmlformats.org/officeDocument/2006/relationships" id="2147483654" r:id="R263b66002c8640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47b5511cad4bd4" /><Relationship Type="http://schemas.openxmlformats.org/officeDocument/2006/relationships/notesSlide" Target="/ppt/notesSlides/notesSlide1.xml" Id="R5761c80f9bc64a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a01d992a65411c" /><Relationship Type="http://schemas.openxmlformats.org/officeDocument/2006/relationships/notesSlide" Target="/ppt/notesSlides/notesSlide2.xml" Id="R68d9b7d625e646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b82122d40a47d9" /><Relationship Type="http://schemas.openxmlformats.org/officeDocument/2006/relationships/hyperlink" Target="https://github.com/ajaybcd/GENACADEMY-P3/blob/main/docs/reports/real-1.json" TargetMode="External" Id="Rb8caaf17c2454a76" /><Relationship Type="http://schemas.openxmlformats.org/officeDocument/2006/relationships/notesSlide" Target="/ppt/notesSlides/notesSlide3.xml" Id="R9b687d97470243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0c823fe5f14cd8" /><Relationship Type="http://schemas.openxmlformats.org/officeDocument/2006/relationships/hyperlink" Target="https://github.com/ajaybcd/GENACADEMY-P3/blob/main/docs/reports/real-2.json" TargetMode="External" Id="R49d42020a335495c" /><Relationship Type="http://schemas.openxmlformats.org/officeDocument/2006/relationships/notesSlide" Target="/ppt/notesSlides/notesSlide4.xml" Id="R7a3e50e91f3541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dbaeb2a34b46bc" /><Relationship Type="http://schemas.openxmlformats.org/officeDocument/2006/relationships/hyperlink" Target="https://github.com/ajaybcd/GENACADEMY-P3/blob/main/docs/reports/real-3.json" TargetMode="External" Id="Rc3f094527e60475b" /><Relationship Type="http://schemas.openxmlformats.org/officeDocument/2006/relationships/notesSlide" Target="/ppt/notesSlides/notesSlide5.xml" Id="Rdfb8d00e1fc343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0a31e7dfe54274" /><Relationship Type="http://schemas.openxmlformats.org/officeDocument/2006/relationships/hyperlink" Target="https://github.com/ajaybcd/GENACADEMY-P3/blob/main/docs/three-sample-evaluation.txt" TargetMode="External" Id="R5311e0042a9a4d0f" /><Relationship Type="http://schemas.openxmlformats.org/officeDocument/2006/relationships/notesSlide" Target="/ppt/notesSlides/notesSlide6.xml" Id="R32f44af918d84c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b540c10e37458e" /><Relationship Type="http://schemas.openxmlformats.org/officeDocument/2006/relationships/notesSlide" Target="/ppt/notesSlides/notesSlide7.xml" Id="Rd0b9c6a9bfd047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ce26f15c3f44d0" /><Relationship Type="http://schemas.openxmlformats.org/officeDocument/2006/relationships/notesSlide" Target="/ppt/notesSlides/notesSlide8.xml" Id="Re00ff5faf25a4d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3e7d4ad4f04f21" /><Relationship Type="http://schemas.openxmlformats.org/officeDocument/2006/relationships/hyperlink" Target="https://genacademy-p3-code-review.streamlit.app/" TargetMode="External" Id="R132d7761265e43ce" /><Relationship Type="http://schemas.openxmlformats.org/officeDocument/2006/relationships/hyperlink" Target="https://github.com/ajaybcd/GENACADEMY-P3" TargetMode="External" Id="R7464dc64900e458c" /><Relationship Type="http://schemas.openxmlformats.org/officeDocument/2006/relationships/notesSlide" Target="/ppt/notesSlides/notesSlide9.xml" Id="R0eaa0003e36248f9" /></Relationships>
</file>

<file path=ppt/slides/slide1.xml><?xml version="1.0" encoding="utf-8"?>
<p:sld xmlns:p="http://schemas.openxmlformats.org/presentationml/2006/main">
  <p:cSld>
    <p:bg>
      <p:bgPr>
        <a:solidFill xmlns:a="http://schemas.openxmlformats.org/drawingml/2006/main">
          <a:srgbClr val="163C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315640-A329-45B8-9771-6175B7D38028}"/>
              </a:ext>
            </a:extLst>
          </p:cNvPr>
          <p:cNvSpPr>
            <a:spLocks xmlns:a="http://schemas.openxmlformats.org/drawingml/2006/main" noGrp="1"/>
          </p:cNvSpPr>
          <p:nvPr/>
        </p:nvSpPr>
        <p:spPr>
          <a:xfrm xmlns:a="http://schemas.openxmlformats.org/drawingml/2006/main">
            <a:off x="609600" y="1562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vl1pPr>
              <a:defRPr sz="5400" b="1">
                <a:solidFill>
                  <a:srgbClr val="FFFFFF"/>
                </a:solidFill>
                <a:latin typeface="Arial"/>
                <a:ea typeface="Arial"/>
                <a:cs typeface="Arial"/>
              </a:defRPr>
            </a:lvl1pPr>
            <a:lvl2pPr>
              <a:defRPr sz="5400" b="1">
                <a:solidFill>
                  <a:srgbClr val="FFFFFF"/>
                </a:solidFill>
                <a:latin typeface="Arial"/>
                <a:ea typeface="Arial"/>
                <a:cs typeface="Arial"/>
              </a:defRPr>
            </a:lvl2pPr>
            <a:lvl3pPr>
              <a:defRPr sz="5400" b="1">
                <a:solidFill>
                  <a:srgbClr val="FFFFFF"/>
                </a:solidFill>
                <a:latin typeface="Arial"/>
                <a:ea typeface="Arial"/>
                <a:cs typeface="Arial"/>
              </a:defRPr>
            </a:lvl3pPr>
            <a:lvl4pPr>
              <a:defRPr sz="5400" b="1">
                <a:solidFill>
                  <a:srgbClr val="FFFFFF"/>
                </a:solidFill>
                <a:latin typeface="Arial"/>
                <a:ea typeface="Arial"/>
                <a:cs typeface="Arial"/>
              </a:defRPr>
            </a:lvl4pPr>
            <a:lvl5pPr>
              <a:defRPr sz="5400" b="1">
                <a:solidFill>
                  <a:srgbClr val="FFFFFF"/>
                </a:solidFill>
                <a:latin typeface="Arial"/>
                <a:ea typeface="Arial"/>
                <a:cs typeface="Arial"/>
              </a:defRPr>
            </a:lvl5pPr>
            <a:lvl6pPr>
              <a:defRPr sz="5400" b="1">
                <a:solidFill>
                  <a:srgbClr val="FFFFFF"/>
                </a:solidFill>
                <a:latin typeface="Arial"/>
                <a:ea typeface="Arial"/>
                <a:cs typeface="Arial"/>
              </a:defRPr>
            </a:lvl6pPr>
            <a:lvl7pPr>
              <a:defRPr sz="5400" b="1">
                <a:solidFill>
                  <a:srgbClr val="FFFFFF"/>
                </a:solidFill>
                <a:latin typeface="Arial"/>
                <a:ea typeface="Arial"/>
                <a:cs typeface="Arial"/>
              </a:defRPr>
            </a:lvl7pPr>
            <a:lvl8pPr>
              <a:defRPr sz="5400" b="1">
                <a:solidFill>
                  <a:srgbClr val="FFFFFF"/>
                </a:solidFill>
                <a:latin typeface="Arial"/>
                <a:ea typeface="Arial"/>
                <a:cs typeface="Arial"/>
              </a:defRPr>
            </a:lvl8pPr>
            <a:lvl9pPr>
              <a:defRPr sz="5400" b="1">
                <a:solidFill>
                  <a:srgbClr val="FFFFFF"/>
                </a:solidFill>
                <a:latin typeface="Arial"/>
                <a:ea typeface="Arial"/>
                <a:cs typeface="Arial"/>
              </a:defRPr>
            </a:lvl9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Code Review Workbench</a:t>
            </a:r>
          </a:p>
        </p:txBody>
      </p:sp>
      <p:sp>
        <p:nvSpPr>
          <p:cNvPr id="2" name="">
            <a:extLst xmlns:a="http://schemas.openxmlformats.org/drawingml/2006/main">
              <a:ext uri="{FF2B5EF4-FFF2-40B4-BE49-F238E27FC236}">
                <a16:creationId xmlns:a16="http://schemas.microsoft.com/office/drawing/2014/main" id="{F391641C-AA24-499F-88C2-C6ACA5937F1D}"/>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DD8CE"/>
                </a:solidFill>
                <a:latin typeface="Arial"/>
                <a:ea typeface="Arial"/>
                <a:cs typeface="Arial"/>
              </a:defRPr>
            </a:defPPr>
            <a:lvl1pPr>
              <a:defRPr sz="1275" b="0">
                <a:solidFill>
                  <a:srgbClr val="BDD8CE"/>
                </a:solidFill>
                <a:latin typeface="Arial"/>
                <a:ea typeface="Arial"/>
                <a:cs typeface="Arial"/>
              </a:defRPr>
            </a:lvl1pPr>
            <a:lvl2pPr>
              <a:defRPr sz="1275" b="0">
                <a:solidFill>
                  <a:srgbClr val="BDD8CE"/>
                </a:solidFill>
                <a:latin typeface="Arial"/>
                <a:ea typeface="Arial"/>
                <a:cs typeface="Arial"/>
              </a:defRPr>
            </a:lvl2pPr>
            <a:lvl3pPr>
              <a:defRPr sz="1275" b="0">
                <a:solidFill>
                  <a:srgbClr val="BDD8CE"/>
                </a:solidFill>
                <a:latin typeface="Arial"/>
                <a:ea typeface="Arial"/>
                <a:cs typeface="Arial"/>
              </a:defRPr>
            </a:lvl3pPr>
            <a:lvl4pPr>
              <a:defRPr sz="1275" b="0">
                <a:solidFill>
                  <a:srgbClr val="BDD8CE"/>
                </a:solidFill>
                <a:latin typeface="Arial"/>
                <a:ea typeface="Arial"/>
                <a:cs typeface="Arial"/>
              </a:defRPr>
            </a:lvl4pPr>
            <a:lvl5pPr>
              <a:defRPr sz="1275" b="0">
                <a:solidFill>
                  <a:srgbClr val="BDD8CE"/>
                </a:solidFill>
                <a:latin typeface="Arial"/>
                <a:ea typeface="Arial"/>
                <a:cs typeface="Arial"/>
              </a:defRPr>
            </a:lvl5pPr>
            <a:lvl6pPr>
              <a:defRPr sz="1275" b="0">
                <a:solidFill>
                  <a:srgbClr val="BDD8CE"/>
                </a:solidFill>
                <a:latin typeface="Arial"/>
                <a:ea typeface="Arial"/>
                <a:cs typeface="Arial"/>
              </a:defRPr>
            </a:lvl6pPr>
            <a:lvl7pPr>
              <a:defRPr sz="1275" b="0">
                <a:solidFill>
                  <a:srgbClr val="BDD8CE"/>
                </a:solidFill>
                <a:latin typeface="Arial"/>
                <a:ea typeface="Arial"/>
                <a:cs typeface="Arial"/>
              </a:defRPr>
            </a:lvl7pPr>
            <a:lvl8pPr>
              <a:defRPr sz="1275" b="0">
                <a:solidFill>
                  <a:srgbClr val="BDD8CE"/>
                </a:solidFill>
                <a:latin typeface="Arial"/>
                <a:ea typeface="Arial"/>
                <a:cs typeface="Arial"/>
              </a:defRPr>
            </a:lvl8pPr>
            <a:lvl9pPr>
              <a:defRPr sz="1275" b="0">
                <a:solidFill>
                  <a:srgbClr val="BDD8CE"/>
                </a:solidFill>
                <a:latin typeface="Arial"/>
                <a:ea typeface="Arial"/>
                <a:cs typeface="Arial"/>
              </a:defRPr>
            </a:lvl9pPr>
          </a:lstStyle>
          <a:p xmlns:a="http://schemas.openxmlformats.org/drawingml/2006/main">
            <a:pPr>
              <a:defRPr sz="1275" b="0">
                <a:solidFill>
                  <a:srgbClr val="BDD8CE"/>
                </a:solidFill>
                <a:latin typeface="Arial"/>
                <a:ea typeface="Arial"/>
                <a:cs typeface="Arial"/>
              </a:defRPr>
            </a:pPr>
            <a:r>
              <a:rPr sz="1275" b="0">
                <a:solidFill>
                  <a:srgbClr val="BDD8CE"/>
                </a:solidFill>
                <a:latin typeface="Arial"/>
                <a:ea typeface="Arial"/>
                <a:cs typeface="Arial"/>
              </a:rPr>
              <a:t>0:00–0:25    1 / 9</a:t>
            </a:r>
          </a:p>
        </p:txBody>
      </p:sp>
      <p:sp>
        <p:nvSpPr>
          <p:cNvPr id="3" name="">
            <a:extLst xmlns:a="http://schemas.openxmlformats.org/drawingml/2006/main">
              <a:ext uri="{FF2B5EF4-FFF2-40B4-BE49-F238E27FC236}">
                <a16:creationId xmlns:a16="http://schemas.microsoft.com/office/drawing/2014/main" id="{D49755A7-49BA-4EF9-80B9-599B91592C65}"/>
              </a:ext>
            </a:extLst>
          </p:cNvPr>
          <p:cNvSpPr>
            <a:spLocks xmlns:a="http://schemas.openxmlformats.org/drawingml/2006/main" noGrp="1"/>
          </p:cNvSpPr>
          <p:nvPr/>
        </p:nvSpPr>
        <p:spPr>
          <a:xfrm xmlns:a="http://schemas.openxmlformats.org/drawingml/2006/main">
            <a:off x="647700" y="29051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E0EEE8"/>
                </a:solidFill>
                <a:latin typeface="Arial"/>
                <a:ea typeface="Arial"/>
                <a:cs typeface="Arial"/>
              </a:defRPr>
            </a:defPPr>
            <a:lvl1pPr>
              <a:defRPr sz="2850" b="0">
                <a:solidFill>
                  <a:srgbClr val="E0EEE8"/>
                </a:solidFill>
                <a:latin typeface="Arial"/>
                <a:ea typeface="Arial"/>
                <a:cs typeface="Arial"/>
              </a:defRPr>
            </a:lvl1pPr>
            <a:lvl2pPr>
              <a:defRPr sz="2850" b="0">
                <a:solidFill>
                  <a:srgbClr val="E0EEE8"/>
                </a:solidFill>
                <a:latin typeface="Arial"/>
                <a:ea typeface="Arial"/>
                <a:cs typeface="Arial"/>
              </a:defRPr>
            </a:lvl2pPr>
            <a:lvl3pPr>
              <a:defRPr sz="2850" b="0">
                <a:solidFill>
                  <a:srgbClr val="E0EEE8"/>
                </a:solidFill>
                <a:latin typeface="Arial"/>
                <a:ea typeface="Arial"/>
                <a:cs typeface="Arial"/>
              </a:defRPr>
            </a:lvl3pPr>
            <a:lvl4pPr>
              <a:defRPr sz="2850" b="0">
                <a:solidFill>
                  <a:srgbClr val="E0EEE8"/>
                </a:solidFill>
                <a:latin typeface="Arial"/>
                <a:ea typeface="Arial"/>
                <a:cs typeface="Arial"/>
              </a:defRPr>
            </a:lvl4pPr>
            <a:lvl5pPr>
              <a:defRPr sz="2850" b="0">
                <a:solidFill>
                  <a:srgbClr val="E0EEE8"/>
                </a:solidFill>
                <a:latin typeface="Arial"/>
                <a:ea typeface="Arial"/>
                <a:cs typeface="Arial"/>
              </a:defRPr>
            </a:lvl5pPr>
            <a:lvl6pPr>
              <a:defRPr sz="2850" b="0">
                <a:solidFill>
                  <a:srgbClr val="E0EEE8"/>
                </a:solidFill>
                <a:latin typeface="Arial"/>
                <a:ea typeface="Arial"/>
                <a:cs typeface="Arial"/>
              </a:defRPr>
            </a:lvl6pPr>
            <a:lvl7pPr>
              <a:defRPr sz="2850" b="0">
                <a:solidFill>
                  <a:srgbClr val="E0EEE8"/>
                </a:solidFill>
                <a:latin typeface="Arial"/>
                <a:ea typeface="Arial"/>
                <a:cs typeface="Arial"/>
              </a:defRPr>
            </a:lvl7pPr>
            <a:lvl8pPr>
              <a:defRPr sz="2850" b="0">
                <a:solidFill>
                  <a:srgbClr val="E0EEE8"/>
                </a:solidFill>
                <a:latin typeface="Arial"/>
                <a:ea typeface="Arial"/>
                <a:cs typeface="Arial"/>
              </a:defRPr>
            </a:lvl8pPr>
            <a:lvl9pPr>
              <a:defRPr sz="2850" b="0">
                <a:solidFill>
                  <a:srgbClr val="E0EEE8"/>
                </a:solidFill>
                <a:latin typeface="Arial"/>
                <a:ea typeface="Arial"/>
                <a:cs typeface="Arial"/>
              </a:defRPr>
            </a:lvl9pPr>
          </a:lstStyle>
          <a:p xmlns:a="http://schemas.openxmlformats.org/drawingml/2006/main">
            <a:pPr>
              <a:defRPr sz="2850" b="0">
                <a:solidFill>
                  <a:srgbClr val="E0EEE8"/>
                </a:solidFill>
                <a:latin typeface="Arial"/>
                <a:ea typeface="Arial"/>
                <a:cs typeface="Arial"/>
              </a:defRPr>
            </a:pPr>
            <a:r>
              <a:rPr sz="2850" b="0">
                <a:solidFill>
                  <a:srgbClr val="E0EEE8"/>
                </a:solidFill>
                <a:latin typeface="Arial"/>
                <a:ea typeface="Arial"/>
                <a:cs typeface="Arial"/>
              </a:rPr>
              <a:t>Three specialists for Python pull requests</a:t>
            </a:r>
          </a:p>
        </p:txBody>
      </p:sp>
      <p:sp>
        <p:nvSpPr>
          <p:cNvPr id="4" name="">
            <a:extLst xmlns:a="http://schemas.openxmlformats.org/drawingml/2006/main">
              <a:ext uri="{FF2B5EF4-FFF2-40B4-BE49-F238E27FC236}">
                <a16:creationId xmlns:a16="http://schemas.microsoft.com/office/drawing/2014/main" id="{80ACAFB3-E0E6-4534-ABCA-495797266515}"/>
              </a:ext>
            </a:extLst>
          </p:cNvPr>
          <p:cNvSpPr>
            <a:spLocks xmlns:a="http://schemas.openxmlformats.org/drawingml/2006/main" noGrp="1"/>
          </p:cNvSpPr>
          <p:nvPr/>
        </p:nvSpPr>
        <p:spPr>
          <a:xfrm xmlns:a="http://schemas.openxmlformats.org/drawingml/2006/main">
            <a:off x="647700" y="44767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E0EEE8"/>
                </a:solidFill>
                <a:latin typeface="Arial"/>
                <a:ea typeface="Arial"/>
                <a:cs typeface="Arial"/>
              </a:defRPr>
            </a:defPPr>
            <a:lvl1pPr>
              <a:defRPr sz="2175" b="0">
                <a:solidFill>
                  <a:srgbClr val="E0EEE8"/>
                </a:solidFill>
                <a:latin typeface="Arial"/>
                <a:ea typeface="Arial"/>
                <a:cs typeface="Arial"/>
              </a:defRPr>
            </a:lvl1pPr>
            <a:lvl2pPr>
              <a:defRPr sz="2175" b="0">
                <a:solidFill>
                  <a:srgbClr val="E0EEE8"/>
                </a:solidFill>
                <a:latin typeface="Arial"/>
                <a:ea typeface="Arial"/>
                <a:cs typeface="Arial"/>
              </a:defRPr>
            </a:lvl2pPr>
            <a:lvl3pPr>
              <a:defRPr sz="2175" b="0">
                <a:solidFill>
                  <a:srgbClr val="E0EEE8"/>
                </a:solidFill>
                <a:latin typeface="Arial"/>
                <a:ea typeface="Arial"/>
                <a:cs typeface="Arial"/>
              </a:defRPr>
            </a:lvl3pPr>
            <a:lvl4pPr>
              <a:defRPr sz="2175" b="0">
                <a:solidFill>
                  <a:srgbClr val="E0EEE8"/>
                </a:solidFill>
                <a:latin typeface="Arial"/>
                <a:ea typeface="Arial"/>
                <a:cs typeface="Arial"/>
              </a:defRPr>
            </a:lvl4pPr>
            <a:lvl5pPr>
              <a:defRPr sz="2175" b="0">
                <a:solidFill>
                  <a:srgbClr val="E0EEE8"/>
                </a:solidFill>
                <a:latin typeface="Arial"/>
                <a:ea typeface="Arial"/>
                <a:cs typeface="Arial"/>
              </a:defRPr>
            </a:lvl5pPr>
            <a:lvl6pPr>
              <a:defRPr sz="2175" b="0">
                <a:solidFill>
                  <a:srgbClr val="E0EEE8"/>
                </a:solidFill>
                <a:latin typeface="Arial"/>
                <a:ea typeface="Arial"/>
                <a:cs typeface="Arial"/>
              </a:defRPr>
            </a:lvl6pPr>
            <a:lvl7pPr>
              <a:defRPr sz="2175" b="0">
                <a:solidFill>
                  <a:srgbClr val="E0EEE8"/>
                </a:solidFill>
                <a:latin typeface="Arial"/>
                <a:ea typeface="Arial"/>
                <a:cs typeface="Arial"/>
              </a:defRPr>
            </a:lvl7pPr>
            <a:lvl8pPr>
              <a:defRPr sz="2175" b="0">
                <a:solidFill>
                  <a:srgbClr val="E0EEE8"/>
                </a:solidFill>
                <a:latin typeface="Arial"/>
                <a:ea typeface="Arial"/>
                <a:cs typeface="Arial"/>
              </a:defRPr>
            </a:lvl8pPr>
            <a:lvl9pPr>
              <a:defRPr sz="2175" b="0">
                <a:solidFill>
                  <a:srgbClr val="E0EEE8"/>
                </a:solidFill>
                <a:latin typeface="Arial"/>
                <a:ea typeface="Arial"/>
                <a:cs typeface="Arial"/>
              </a:defRPr>
            </a:lvl9pPr>
          </a:lstStyle>
          <a:p xmlns:a="http://schemas.openxmlformats.org/drawingml/2006/main">
            <a:pPr>
              <a:defRPr sz="2175" b="0">
                <a:solidFill>
                  <a:srgbClr val="E0EEE8"/>
                </a:solidFill>
                <a:latin typeface="Arial"/>
                <a:ea typeface="Arial"/>
                <a:cs typeface="Arial"/>
              </a:defRPr>
            </a:pPr>
            <a:r>
              <a:rPr sz="2175" b="0">
                <a:solidFill>
                  <a:srgbClr val="E0EEE8"/>
                </a:solidFill>
                <a:latin typeface="Arial"/>
                <a:ea typeface="Arial"/>
                <a:cs typeface="Arial"/>
              </a:rPr>
              <a:t>Ajay David</a:t>
            </a:r>
          </a:p>
        </p:txBody>
      </p:sp>
      <p:sp>
        <p:nvSpPr>
          <p:cNvPr id="5" name="">
            <a:extLst xmlns:a="http://schemas.openxmlformats.org/drawingml/2006/main">
              <a:ext uri="{FF2B5EF4-FFF2-40B4-BE49-F238E27FC236}">
                <a16:creationId xmlns:a16="http://schemas.microsoft.com/office/drawing/2014/main" id="{1E8398E8-F37C-4718-8D31-67DB6E1E606D}"/>
              </a:ext>
            </a:extLst>
          </p:cNvPr>
          <p:cNvSpPr>
            <a:spLocks xmlns:a="http://schemas.openxmlformats.org/drawingml/2006/main" noGrp="1"/>
          </p:cNvSpPr>
          <p:nvPr/>
        </p:nvSpPr>
        <p:spPr>
          <a:xfrm xmlns:a="http://schemas.openxmlformats.org/drawingml/2006/main">
            <a:off x="647700" y="53911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DD8CE"/>
                </a:solidFill>
                <a:latin typeface="Arial"/>
                <a:ea typeface="Arial"/>
                <a:cs typeface="Arial"/>
              </a:defRPr>
            </a:defPPr>
            <a:lvl1pPr>
              <a:defRPr sz="2025" b="0">
                <a:solidFill>
                  <a:srgbClr val="BDD8CE"/>
                </a:solidFill>
                <a:latin typeface="Arial"/>
                <a:ea typeface="Arial"/>
                <a:cs typeface="Arial"/>
              </a:defRPr>
            </a:lvl1pPr>
            <a:lvl2pPr>
              <a:defRPr sz="2025" b="0">
                <a:solidFill>
                  <a:srgbClr val="BDD8CE"/>
                </a:solidFill>
                <a:latin typeface="Arial"/>
                <a:ea typeface="Arial"/>
                <a:cs typeface="Arial"/>
              </a:defRPr>
            </a:lvl2pPr>
            <a:lvl3pPr>
              <a:defRPr sz="2025" b="0">
                <a:solidFill>
                  <a:srgbClr val="BDD8CE"/>
                </a:solidFill>
                <a:latin typeface="Arial"/>
                <a:ea typeface="Arial"/>
                <a:cs typeface="Arial"/>
              </a:defRPr>
            </a:lvl3pPr>
            <a:lvl4pPr>
              <a:defRPr sz="2025" b="0">
                <a:solidFill>
                  <a:srgbClr val="BDD8CE"/>
                </a:solidFill>
                <a:latin typeface="Arial"/>
                <a:ea typeface="Arial"/>
                <a:cs typeface="Arial"/>
              </a:defRPr>
            </a:lvl4pPr>
            <a:lvl5pPr>
              <a:defRPr sz="2025" b="0">
                <a:solidFill>
                  <a:srgbClr val="BDD8CE"/>
                </a:solidFill>
                <a:latin typeface="Arial"/>
                <a:ea typeface="Arial"/>
                <a:cs typeface="Arial"/>
              </a:defRPr>
            </a:lvl5pPr>
            <a:lvl6pPr>
              <a:defRPr sz="2025" b="0">
                <a:solidFill>
                  <a:srgbClr val="BDD8CE"/>
                </a:solidFill>
                <a:latin typeface="Arial"/>
                <a:ea typeface="Arial"/>
                <a:cs typeface="Arial"/>
              </a:defRPr>
            </a:lvl6pPr>
            <a:lvl7pPr>
              <a:defRPr sz="2025" b="0">
                <a:solidFill>
                  <a:srgbClr val="BDD8CE"/>
                </a:solidFill>
                <a:latin typeface="Arial"/>
                <a:ea typeface="Arial"/>
                <a:cs typeface="Arial"/>
              </a:defRPr>
            </a:lvl7pPr>
            <a:lvl8pPr>
              <a:defRPr sz="2025" b="0">
                <a:solidFill>
                  <a:srgbClr val="BDD8CE"/>
                </a:solidFill>
                <a:latin typeface="Arial"/>
                <a:ea typeface="Arial"/>
                <a:cs typeface="Arial"/>
              </a:defRPr>
            </a:lvl8pPr>
            <a:lvl9pPr>
              <a:defRPr sz="2025" b="0">
                <a:solidFill>
                  <a:srgbClr val="BDD8CE"/>
                </a:solidFill>
                <a:latin typeface="Arial"/>
                <a:ea typeface="Arial"/>
                <a:cs typeface="Arial"/>
              </a:defRPr>
            </a:lvl9pPr>
          </a:lstStyle>
          <a:p xmlns:a="http://schemas.openxmlformats.org/drawingml/2006/main">
            <a:pPr>
              <a:defRPr sz="2025" b="0">
                <a:solidFill>
                  <a:srgbClr val="BDD8CE"/>
                </a:solidFill>
                <a:latin typeface="Arial"/>
                <a:ea typeface="Arial"/>
                <a:cs typeface="Arial"/>
              </a:defRPr>
            </a:pPr>
            <a:r>
              <a:rPr sz="2025" b="0">
                <a:solidFill>
                  <a:srgbClr val="BDD8CE"/>
                </a:solidFill>
                <a:latin typeface="Arial"/>
                <a:ea typeface="Arial"/>
                <a:cs typeface="Arial"/>
              </a:rPr>
              <a:t>Week 3 project demo</a:t>
            </a:r>
          </a:p>
        </p:txBody>
      </p:sp>
      <p:sp>
        <p:nvSpPr>
          <p:cNvPr id="6" name="">
            <a:extLst xmlns:a="http://schemas.openxmlformats.org/drawingml/2006/main">
              <a:ext uri="{FF2B5EF4-FFF2-40B4-BE49-F238E27FC236}">
                <a16:creationId xmlns:a16="http://schemas.microsoft.com/office/drawing/2014/main" id="{F160CC7E-9840-4871-91C0-D62881BB9916}"/>
              </a:ext>
            </a:extLst>
          </p:cNvPr>
          <p:cNvSpPr>
            <a:spLocks xmlns:a="http://schemas.openxmlformats.org/drawingml/2006/main" noGrp="1"/>
          </p:cNvSpPr>
          <p:nvPr/>
        </p:nvSpPr>
        <p:spPr>
          <a:xfrm xmlns:a="http://schemas.openxmlformats.org/drawingml/2006/main">
            <a:off x="647700" y="57816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DD8CE"/>
                </a:solidFill>
                <a:latin typeface="Arial"/>
                <a:ea typeface="Arial"/>
                <a:cs typeface="Arial"/>
              </a:defRPr>
            </a:defPPr>
            <a:lvl1pPr>
              <a:defRPr sz="1950" b="0">
                <a:solidFill>
                  <a:srgbClr val="BDD8CE"/>
                </a:solidFill>
                <a:latin typeface="Arial"/>
                <a:ea typeface="Arial"/>
                <a:cs typeface="Arial"/>
              </a:defRPr>
            </a:lvl1pPr>
            <a:lvl2pPr>
              <a:defRPr sz="1950" b="0">
                <a:solidFill>
                  <a:srgbClr val="BDD8CE"/>
                </a:solidFill>
                <a:latin typeface="Arial"/>
                <a:ea typeface="Arial"/>
                <a:cs typeface="Arial"/>
              </a:defRPr>
            </a:lvl2pPr>
            <a:lvl3pPr>
              <a:defRPr sz="1950" b="0">
                <a:solidFill>
                  <a:srgbClr val="BDD8CE"/>
                </a:solidFill>
                <a:latin typeface="Arial"/>
                <a:ea typeface="Arial"/>
                <a:cs typeface="Arial"/>
              </a:defRPr>
            </a:lvl3pPr>
            <a:lvl4pPr>
              <a:defRPr sz="1950" b="0">
                <a:solidFill>
                  <a:srgbClr val="BDD8CE"/>
                </a:solidFill>
                <a:latin typeface="Arial"/>
                <a:ea typeface="Arial"/>
                <a:cs typeface="Arial"/>
              </a:defRPr>
            </a:lvl4pPr>
            <a:lvl5pPr>
              <a:defRPr sz="1950" b="0">
                <a:solidFill>
                  <a:srgbClr val="BDD8CE"/>
                </a:solidFill>
                <a:latin typeface="Arial"/>
                <a:ea typeface="Arial"/>
                <a:cs typeface="Arial"/>
              </a:defRPr>
            </a:lvl5pPr>
            <a:lvl6pPr>
              <a:defRPr sz="1950" b="0">
                <a:solidFill>
                  <a:srgbClr val="BDD8CE"/>
                </a:solidFill>
                <a:latin typeface="Arial"/>
                <a:ea typeface="Arial"/>
                <a:cs typeface="Arial"/>
              </a:defRPr>
            </a:lvl6pPr>
            <a:lvl7pPr>
              <a:defRPr sz="1950" b="0">
                <a:solidFill>
                  <a:srgbClr val="BDD8CE"/>
                </a:solidFill>
                <a:latin typeface="Arial"/>
                <a:ea typeface="Arial"/>
                <a:cs typeface="Arial"/>
              </a:defRPr>
            </a:lvl7pPr>
            <a:lvl8pPr>
              <a:defRPr sz="1950" b="0">
                <a:solidFill>
                  <a:srgbClr val="BDD8CE"/>
                </a:solidFill>
                <a:latin typeface="Arial"/>
                <a:ea typeface="Arial"/>
                <a:cs typeface="Arial"/>
              </a:defRPr>
            </a:lvl8pPr>
            <a:lvl9pPr>
              <a:defRPr sz="1950" b="0">
                <a:solidFill>
                  <a:srgbClr val="BDD8CE"/>
                </a:solidFill>
                <a:latin typeface="Arial"/>
                <a:ea typeface="Arial"/>
                <a:cs typeface="Arial"/>
              </a:defRPr>
            </a:lvl9pPr>
          </a:lstStyle>
          <a:p xmlns:a="http://schemas.openxmlformats.org/drawingml/2006/main">
            <a:pPr>
              <a:defRPr sz="1950" b="0">
                <a:solidFill>
                  <a:srgbClr val="BDD8CE"/>
                </a:solidFill>
                <a:latin typeface="Arial"/>
                <a:ea typeface="Arial"/>
                <a:cs typeface="Arial"/>
              </a:defRPr>
            </a:pPr>
            <a:r>
              <a:rPr sz="1950" b="0">
                <a:solidFill>
                  <a:srgbClr val="BDD8CE"/>
                </a:solidFill>
                <a:latin typeface="Arial"/>
                <a:ea typeface="Arial"/>
                <a:cs typeface="Arial"/>
              </a:rPr>
              <a:t>Streamlit deployment and three real sample reports</a:t>
            </a:r>
          </a:p>
        </p:txBody>
      </p:sp>
    </p:spTree>
    <p:extLst>
      <p:ext uri="{BB962C8B-B14F-4D97-AF65-F5344CB8AC3E}">
        <p14:creationId xmlns:p14="http://schemas.microsoft.com/office/powerpoint/2010/main" val="20209970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C680A6-06DE-4B57-ACA7-F51C812C4E84}"/>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Three specialists investigate the same PR</a:t>
            </a:r>
          </a:p>
        </p:txBody>
      </p:sp>
      <p:sp>
        <p:nvSpPr>
          <p:cNvPr id="2" name="">
            <a:extLst xmlns:a="http://schemas.openxmlformats.org/drawingml/2006/main">
              <a:ext uri="{FF2B5EF4-FFF2-40B4-BE49-F238E27FC236}">
                <a16:creationId xmlns:a16="http://schemas.microsoft.com/office/drawing/2014/main" id="{B67D1187-852A-4FCE-9D88-864F9C76D7C1}"/>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0:25–1:00    2 / 9</a:t>
            </a:r>
          </a:p>
        </p:txBody>
      </p:sp>
      <p:sp>
        <p:nvSpPr>
          <p:cNvPr id="3" name="">
            <a:extLst xmlns:a="http://schemas.openxmlformats.org/drawingml/2006/main">
              <a:ext uri="{FF2B5EF4-FFF2-40B4-BE49-F238E27FC236}">
                <a16:creationId xmlns:a16="http://schemas.microsoft.com/office/drawing/2014/main" id="{6811EB0B-9FE7-4325-BB16-845BE4370208}"/>
              </a:ext>
            </a:extLst>
          </p:cNvPr>
          <p:cNvSpPr>
            <a:spLocks xmlns:a="http://schemas.openxmlformats.org/drawingml/2006/main" noGrp="1"/>
          </p:cNvSpPr>
          <p:nvPr/>
        </p:nvSpPr>
        <p:spPr>
          <a:xfrm xmlns:a="http://schemas.openxmlformats.org/drawingml/2006/main">
            <a:off x="609600" y="172402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4766B"/>
                </a:solidFill>
                <a:latin typeface="Arial"/>
                <a:ea typeface="Arial"/>
                <a:cs typeface="Arial"/>
              </a:defRPr>
            </a:defPPr>
            <a:lvl1pPr>
              <a:defRPr sz="2550" b="1">
                <a:solidFill>
                  <a:srgbClr val="14766B"/>
                </a:solidFill>
                <a:latin typeface="Arial"/>
                <a:ea typeface="Arial"/>
                <a:cs typeface="Arial"/>
              </a:defRPr>
            </a:lvl1pPr>
            <a:lvl2pPr>
              <a:defRPr sz="2550" b="1">
                <a:solidFill>
                  <a:srgbClr val="14766B"/>
                </a:solidFill>
                <a:latin typeface="Arial"/>
                <a:ea typeface="Arial"/>
                <a:cs typeface="Arial"/>
              </a:defRPr>
            </a:lvl2pPr>
            <a:lvl3pPr>
              <a:defRPr sz="2550" b="1">
                <a:solidFill>
                  <a:srgbClr val="14766B"/>
                </a:solidFill>
                <a:latin typeface="Arial"/>
                <a:ea typeface="Arial"/>
                <a:cs typeface="Arial"/>
              </a:defRPr>
            </a:lvl3pPr>
            <a:lvl4pPr>
              <a:defRPr sz="2550" b="1">
                <a:solidFill>
                  <a:srgbClr val="14766B"/>
                </a:solidFill>
                <a:latin typeface="Arial"/>
                <a:ea typeface="Arial"/>
                <a:cs typeface="Arial"/>
              </a:defRPr>
            </a:lvl4pPr>
            <a:lvl5pPr>
              <a:defRPr sz="2550" b="1">
                <a:solidFill>
                  <a:srgbClr val="14766B"/>
                </a:solidFill>
                <a:latin typeface="Arial"/>
                <a:ea typeface="Arial"/>
                <a:cs typeface="Arial"/>
              </a:defRPr>
            </a:lvl5pPr>
            <a:lvl6pPr>
              <a:defRPr sz="2550" b="1">
                <a:solidFill>
                  <a:srgbClr val="14766B"/>
                </a:solidFill>
                <a:latin typeface="Arial"/>
                <a:ea typeface="Arial"/>
                <a:cs typeface="Arial"/>
              </a:defRPr>
            </a:lvl6pPr>
            <a:lvl7pPr>
              <a:defRPr sz="2550" b="1">
                <a:solidFill>
                  <a:srgbClr val="14766B"/>
                </a:solidFill>
                <a:latin typeface="Arial"/>
                <a:ea typeface="Arial"/>
                <a:cs typeface="Arial"/>
              </a:defRPr>
            </a:lvl7pPr>
            <a:lvl8pPr>
              <a:defRPr sz="2550" b="1">
                <a:solidFill>
                  <a:srgbClr val="14766B"/>
                </a:solidFill>
                <a:latin typeface="Arial"/>
                <a:ea typeface="Arial"/>
                <a:cs typeface="Arial"/>
              </a:defRPr>
            </a:lvl8pPr>
            <a:lvl9pPr>
              <a:defRPr sz="2550" b="1">
                <a:solidFill>
                  <a:srgbClr val="14766B"/>
                </a:solidFill>
                <a:latin typeface="Arial"/>
                <a:ea typeface="Arial"/>
                <a:cs typeface="Arial"/>
              </a:defRPr>
            </a:lvl9pPr>
          </a:lstStyle>
          <a:p xmlns:a="http://schemas.openxmlformats.org/drawingml/2006/main">
            <a:pPr>
              <a:defRPr sz="2550" b="1">
                <a:solidFill>
                  <a:srgbClr val="14766B"/>
                </a:solidFill>
                <a:latin typeface="Arial"/>
                <a:ea typeface="Arial"/>
                <a:cs typeface="Arial"/>
              </a:defRPr>
            </a:pPr>
            <a:r>
              <a:rPr sz="2550" b="1">
                <a:solidFill>
                  <a:srgbClr val="14766B"/>
                </a:solidFill>
                <a:latin typeface="Arial"/>
                <a:ea typeface="Arial"/>
                <a:cs typeface="Arial"/>
              </a:rPr>
              <a:t>Correctness</a:t>
            </a:r>
          </a:p>
        </p:txBody>
      </p:sp>
      <p:sp>
        <p:nvSpPr>
          <p:cNvPr id="4" name="">
            <a:extLst xmlns:a="http://schemas.openxmlformats.org/drawingml/2006/main">
              <a:ext uri="{FF2B5EF4-FFF2-40B4-BE49-F238E27FC236}">
                <a16:creationId xmlns:a16="http://schemas.microsoft.com/office/drawing/2014/main" id="{EB5EDA56-FB9C-4C0C-B5B1-EC7DDB865875}"/>
              </a:ext>
            </a:extLst>
          </p:cNvPr>
          <p:cNvSpPr>
            <a:spLocks xmlns:a="http://schemas.openxmlformats.org/drawingml/2006/main" noGrp="1"/>
          </p:cNvSpPr>
          <p:nvPr/>
        </p:nvSpPr>
        <p:spPr>
          <a:xfrm xmlns:a="http://schemas.openxmlformats.org/drawingml/2006/main">
            <a:off x="609600" y="23812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C36"/>
                </a:solidFill>
                <a:latin typeface="Arial"/>
                <a:ea typeface="Arial"/>
                <a:cs typeface="Arial"/>
              </a:defRPr>
            </a:defPPr>
            <a:lvl1pPr>
              <a:defRPr sz="2175" b="0">
                <a:solidFill>
                  <a:srgbClr val="163C36"/>
                </a:solidFill>
                <a:latin typeface="Arial"/>
                <a:ea typeface="Arial"/>
                <a:cs typeface="Arial"/>
              </a:defRPr>
            </a:lvl1pPr>
            <a:lvl2pPr>
              <a:defRPr sz="2175" b="0">
                <a:solidFill>
                  <a:srgbClr val="163C36"/>
                </a:solidFill>
                <a:latin typeface="Arial"/>
                <a:ea typeface="Arial"/>
                <a:cs typeface="Arial"/>
              </a:defRPr>
            </a:lvl2pPr>
            <a:lvl3pPr>
              <a:defRPr sz="2175" b="0">
                <a:solidFill>
                  <a:srgbClr val="163C36"/>
                </a:solidFill>
                <a:latin typeface="Arial"/>
                <a:ea typeface="Arial"/>
                <a:cs typeface="Arial"/>
              </a:defRPr>
            </a:lvl3pPr>
            <a:lvl4pPr>
              <a:defRPr sz="2175" b="0">
                <a:solidFill>
                  <a:srgbClr val="163C36"/>
                </a:solidFill>
                <a:latin typeface="Arial"/>
                <a:ea typeface="Arial"/>
                <a:cs typeface="Arial"/>
              </a:defRPr>
            </a:lvl4pPr>
            <a:lvl5pPr>
              <a:defRPr sz="2175" b="0">
                <a:solidFill>
                  <a:srgbClr val="163C36"/>
                </a:solidFill>
                <a:latin typeface="Arial"/>
                <a:ea typeface="Arial"/>
                <a:cs typeface="Arial"/>
              </a:defRPr>
            </a:lvl5pPr>
            <a:lvl6pPr>
              <a:defRPr sz="2175" b="0">
                <a:solidFill>
                  <a:srgbClr val="163C36"/>
                </a:solidFill>
                <a:latin typeface="Arial"/>
                <a:ea typeface="Arial"/>
                <a:cs typeface="Arial"/>
              </a:defRPr>
            </a:lvl6pPr>
            <a:lvl7pPr>
              <a:defRPr sz="2175" b="0">
                <a:solidFill>
                  <a:srgbClr val="163C36"/>
                </a:solidFill>
                <a:latin typeface="Arial"/>
                <a:ea typeface="Arial"/>
                <a:cs typeface="Arial"/>
              </a:defRPr>
            </a:lvl7pPr>
            <a:lvl8pPr>
              <a:defRPr sz="2175" b="0">
                <a:solidFill>
                  <a:srgbClr val="163C36"/>
                </a:solidFill>
                <a:latin typeface="Arial"/>
                <a:ea typeface="Arial"/>
                <a:cs typeface="Arial"/>
              </a:defRPr>
            </a:lvl8pPr>
            <a:lvl9pPr>
              <a:defRPr sz="2175" b="0">
                <a:solidFill>
                  <a:srgbClr val="163C36"/>
                </a:solidFill>
                <a:latin typeface="Arial"/>
                <a:ea typeface="Arial"/>
                <a:cs typeface="Arial"/>
              </a:defRPr>
            </a:lvl9pPr>
          </a:lstStyle>
          <a:p xmlns:a="http://schemas.openxmlformats.org/drawingml/2006/main">
            <a:pPr>
              <a:defRPr sz="2175" b="0">
                <a:solidFill>
                  <a:srgbClr val="163C36"/>
                </a:solidFill>
                <a:latin typeface="Arial"/>
                <a:ea typeface="Arial"/>
                <a:cs typeface="Arial"/>
              </a:defRPr>
            </a:pPr>
            <a:r>
              <a:rPr sz="2175" b="0">
                <a:solidFill>
                  <a:srgbClr val="163C36"/>
                </a:solidFill>
                <a:latin typeface="Arial"/>
                <a:ea typeface="Arial"/>
                <a:cs typeface="Arial"/>
              </a:rPr>
              <a:t>Changed behavior and regressions</a:t>
            </a:r>
          </a:p>
        </p:txBody>
      </p:sp>
      <p:sp>
        <p:nvSpPr>
          <p:cNvPr id="5" name="">
            <a:extLst xmlns:a="http://schemas.openxmlformats.org/drawingml/2006/main">
              <a:ext uri="{FF2B5EF4-FFF2-40B4-BE49-F238E27FC236}">
                <a16:creationId xmlns:a16="http://schemas.microsoft.com/office/drawing/2014/main" id="{96A5FF02-C26A-4399-AB2E-E45B481BAA65}"/>
              </a:ext>
            </a:extLst>
          </p:cNvPr>
          <p:cNvSpPr>
            <a:spLocks xmlns:a="http://schemas.openxmlformats.org/drawingml/2006/main" noGrp="1"/>
          </p:cNvSpPr>
          <p:nvPr/>
        </p:nvSpPr>
        <p:spPr>
          <a:xfrm xmlns:a="http://schemas.openxmlformats.org/drawingml/2006/main">
            <a:off x="4457700" y="172402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4766B"/>
                </a:solidFill>
                <a:latin typeface="Arial"/>
                <a:ea typeface="Arial"/>
                <a:cs typeface="Arial"/>
              </a:defRPr>
            </a:defPPr>
            <a:lvl1pPr>
              <a:defRPr sz="2550" b="1">
                <a:solidFill>
                  <a:srgbClr val="14766B"/>
                </a:solidFill>
                <a:latin typeface="Arial"/>
                <a:ea typeface="Arial"/>
                <a:cs typeface="Arial"/>
              </a:defRPr>
            </a:lvl1pPr>
            <a:lvl2pPr>
              <a:defRPr sz="2550" b="1">
                <a:solidFill>
                  <a:srgbClr val="14766B"/>
                </a:solidFill>
                <a:latin typeface="Arial"/>
                <a:ea typeface="Arial"/>
                <a:cs typeface="Arial"/>
              </a:defRPr>
            </a:lvl2pPr>
            <a:lvl3pPr>
              <a:defRPr sz="2550" b="1">
                <a:solidFill>
                  <a:srgbClr val="14766B"/>
                </a:solidFill>
                <a:latin typeface="Arial"/>
                <a:ea typeface="Arial"/>
                <a:cs typeface="Arial"/>
              </a:defRPr>
            </a:lvl3pPr>
            <a:lvl4pPr>
              <a:defRPr sz="2550" b="1">
                <a:solidFill>
                  <a:srgbClr val="14766B"/>
                </a:solidFill>
                <a:latin typeface="Arial"/>
                <a:ea typeface="Arial"/>
                <a:cs typeface="Arial"/>
              </a:defRPr>
            </a:lvl4pPr>
            <a:lvl5pPr>
              <a:defRPr sz="2550" b="1">
                <a:solidFill>
                  <a:srgbClr val="14766B"/>
                </a:solidFill>
                <a:latin typeface="Arial"/>
                <a:ea typeface="Arial"/>
                <a:cs typeface="Arial"/>
              </a:defRPr>
            </a:lvl5pPr>
            <a:lvl6pPr>
              <a:defRPr sz="2550" b="1">
                <a:solidFill>
                  <a:srgbClr val="14766B"/>
                </a:solidFill>
                <a:latin typeface="Arial"/>
                <a:ea typeface="Arial"/>
                <a:cs typeface="Arial"/>
              </a:defRPr>
            </a:lvl6pPr>
            <a:lvl7pPr>
              <a:defRPr sz="2550" b="1">
                <a:solidFill>
                  <a:srgbClr val="14766B"/>
                </a:solidFill>
                <a:latin typeface="Arial"/>
                <a:ea typeface="Arial"/>
                <a:cs typeface="Arial"/>
              </a:defRPr>
            </a:lvl7pPr>
            <a:lvl8pPr>
              <a:defRPr sz="2550" b="1">
                <a:solidFill>
                  <a:srgbClr val="14766B"/>
                </a:solidFill>
                <a:latin typeface="Arial"/>
                <a:ea typeface="Arial"/>
                <a:cs typeface="Arial"/>
              </a:defRPr>
            </a:lvl8pPr>
            <a:lvl9pPr>
              <a:defRPr sz="2550" b="1">
                <a:solidFill>
                  <a:srgbClr val="14766B"/>
                </a:solidFill>
                <a:latin typeface="Arial"/>
                <a:ea typeface="Arial"/>
                <a:cs typeface="Arial"/>
              </a:defRPr>
            </a:lvl9pPr>
          </a:lstStyle>
          <a:p xmlns:a="http://schemas.openxmlformats.org/drawingml/2006/main">
            <a:pPr>
              <a:defRPr sz="2550" b="1">
                <a:solidFill>
                  <a:srgbClr val="14766B"/>
                </a:solidFill>
                <a:latin typeface="Arial"/>
                <a:ea typeface="Arial"/>
                <a:cs typeface="Arial"/>
              </a:defRPr>
            </a:pPr>
            <a:r>
              <a:rPr sz="2550" b="1">
                <a:solidFill>
                  <a:srgbClr val="14766B"/>
                </a:solidFill>
                <a:latin typeface="Arial"/>
                <a:ea typeface="Arial"/>
                <a:cs typeface="Arial"/>
              </a:rPr>
              <a:t>Security</a:t>
            </a:r>
          </a:p>
        </p:txBody>
      </p:sp>
      <p:sp>
        <p:nvSpPr>
          <p:cNvPr id="6" name="">
            <a:extLst xmlns:a="http://schemas.openxmlformats.org/drawingml/2006/main">
              <a:ext uri="{FF2B5EF4-FFF2-40B4-BE49-F238E27FC236}">
                <a16:creationId xmlns:a16="http://schemas.microsoft.com/office/drawing/2014/main" id="{B8478722-4C61-465D-8FBB-038CF2962896}"/>
              </a:ext>
            </a:extLst>
          </p:cNvPr>
          <p:cNvSpPr>
            <a:spLocks xmlns:a="http://schemas.openxmlformats.org/drawingml/2006/main" noGrp="1"/>
          </p:cNvSpPr>
          <p:nvPr/>
        </p:nvSpPr>
        <p:spPr>
          <a:xfrm xmlns:a="http://schemas.openxmlformats.org/drawingml/2006/main">
            <a:off x="4457700" y="23812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C36"/>
                </a:solidFill>
                <a:latin typeface="Arial"/>
                <a:ea typeface="Arial"/>
                <a:cs typeface="Arial"/>
              </a:defRPr>
            </a:defPPr>
            <a:lvl1pPr>
              <a:defRPr sz="2175" b="0">
                <a:solidFill>
                  <a:srgbClr val="163C36"/>
                </a:solidFill>
                <a:latin typeface="Arial"/>
                <a:ea typeface="Arial"/>
                <a:cs typeface="Arial"/>
              </a:defRPr>
            </a:lvl1pPr>
            <a:lvl2pPr>
              <a:defRPr sz="2175" b="0">
                <a:solidFill>
                  <a:srgbClr val="163C36"/>
                </a:solidFill>
                <a:latin typeface="Arial"/>
                <a:ea typeface="Arial"/>
                <a:cs typeface="Arial"/>
              </a:defRPr>
            </a:lvl2pPr>
            <a:lvl3pPr>
              <a:defRPr sz="2175" b="0">
                <a:solidFill>
                  <a:srgbClr val="163C36"/>
                </a:solidFill>
                <a:latin typeface="Arial"/>
                <a:ea typeface="Arial"/>
                <a:cs typeface="Arial"/>
              </a:defRPr>
            </a:lvl3pPr>
            <a:lvl4pPr>
              <a:defRPr sz="2175" b="0">
                <a:solidFill>
                  <a:srgbClr val="163C36"/>
                </a:solidFill>
                <a:latin typeface="Arial"/>
                <a:ea typeface="Arial"/>
                <a:cs typeface="Arial"/>
              </a:defRPr>
            </a:lvl4pPr>
            <a:lvl5pPr>
              <a:defRPr sz="2175" b="0">
                <a:solidFill>
                  <a:srgbClr val="163C36"/>
                </a:solidFill>
                <a:latin typeface="Arial"/>
                <a:ea typeface="Arial"/>
                <a:cs typeface="Arial"/>
              </a:defRPr>
            </a:lvl5pPr>
            <a:lvl6pPr>
              <a:defRPr sz="2175" b="0">
                <a:solidFill>
                  <a:srgbClr val="163C36"/>
                </a:solidFill>
                <a:latin typeface="Arial"/>
                <a:ea typeface="Arial"/>
                <a:cs typeface="Arial"/>
              </a:defRPr>
            </a:lvl6pPr>
            <a:lvl7pPr>
              <a:defRPr sz="2175" b="0">
                <a:solidFill>
                  <a:srgbClr val="163C36"/>
                </a:solidFill>
                <a:latin typeface="Arial"/>
                <a:ea typeface="Arial"/>
                <a:cs typeface="Arial"/>
              </a:defRPr>
            </a:lvl7pPr>
            <a:lvl8pPr>
              <a:defRPr sz="2175" b="0">
                <a:solidFill>
                  <a:srgbClr val="163C36"/>
                </a:solidFill>
                <a:latin typeface="Arial"/>
                <a:ea typeface="Arial"/>
                <a:cs typeface="Arial"/>
              </a:defRPr>
            </a:lvl8pPr>
            <a:lvl9pPr>
              <a:defRPr sz="2175" b="0">
                <a:solidFill>
                  <a:srgbClr val="163C36"/>
                </a:solidFill>
                <a:latin typeface="Arial"/>
                <a:ea typeface="Arial"/>
                <a:cs typeface="Arial"/>
              </a:defRPr>
            </a:lvl9pPr>
          </a:lstStyle>
          <a:p xmlns:a="http://schemas.openxmlformats.org/drawingml/2006/main">
            <a:pPr>
              <a:defRPr sz="2175" b="0">
                <a:solidFill>
                  <a:srgbClr val="163C36"/>
                </a:solidFill>
                <a:latin typeface="Arial"/>
                <a:ea typeface="Arial"/>
                <a:cs typeface="Arial"/>
              </a:defRPr>
            </a:pPr>
            <a:r>
              <a:rPr sz="2175" b="0">
                <a:solidFill>
                  <a:srgbClr val="163C36"/>
                </a:solidFill>
                <a:latin typeface="Arial"/>
                <a:ea typeface="Arial"/>
                <a:cs typeface="Arial"/>
              </a:rPr>
              <a:t>Trust boundaries and unsafe inputs</a:t>
            </a:r>
          </a:p>
        </p:txBody>
      </p:sp>
      <p:sp>
        <p:nvSpPr>
          <p:cNvPr id="7" name="">
            <a:extLst xmlns:a="http://schemas.openxmlformats.org/drawingml/2006/main">
              <a:ext uri="{FF2B5EF4-FFF2-40B4-BE49-F238E27FC236}">
                <a16:creationId xmlns:a16="http://schemas.microsoft.com/office/drawing/2014/main" id="{4D2CE11F-5F02-46BA-885A-EFAE302E17D2}"/>
              </a:ext>
            </a:extLst>
          </p:cNvPr>
          <p:cNvSpPr>
            <a:spLocks xmlns:a="http://schemas.openxmlformats.org/drawingml/2006/main" noGrp="1"/>
          </p:cNvSpPr>
          <p:nvPr/>
        </p:nvSpPr>
        <p:spPr>
          <a:xfrm xmlns:a="http://schemas.openxmlformats.org/drawingml/2006/main">
            <a:off x="8286750" y="172402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4766B"/>
                </a:solidFill>
                <a:latin typeface="Arial"/>
                <a:ea typeface="Arial"/>
                <a:cs typeface="Arial"/>
              </a:defRPr>
            </a:defPPr>
            <a:lvl1pPr>
              <a:defRPr sz="2550" b="1">
                <a:solidFill>
                  <a:srgbClr val="14766B"/>
                </a:solidFill>
                <a:latin typeface="Arial"/>
                <a:ea typeface="Arial"/>
                <a:cs typeface="Arial"/>
              </a:defRPr>
            </a:lvl1pPr>
            <a:lvl2pPr>
              <a:defRPr sz="2550" b="1">
                <a:solidFill>
                  <a:srgbClr val="14766B"/>
                </a:solidFill>
                <a:latin typeface="Arial"/>
                <a:ea typeface="Arial"/>
                <a:cs typeface="Arial"/>
              </a:defRPr>
            </a:lvl2pPr>
            <a:lvl3pPr>
              <a:defRPr sz="2550" b="1">
                <a:solidFill>
                  <a:srgbClr val="14766B"/>
                </a:solidFill>
                <a:latin typeface="Arial"/>
                <a:ea typeface="Arial"/>
                <a:cs typeface="Arial"/>
              </a:defRPr>
            </a:lvl3pPr>
            <a:lvl4pPr>
              <a:defRPr sz="2550" b="1">
                <a:solidFill>
                  <a:srgbClr val="14766B"/>
                </a:solidFill>
                <a:latin typeface="Arial"/>
                <a:ea typeface="Arial"/>
                <a:cs typeface="Arial"/>
              </a:defRPr>
            </a:lvl4pPr>
            <a:lvl5pPr>
              <a:defRPr sz="2550" b="1">
                <a:solidFill>
                  <a:srgbClr val="14766B"/>
                </a:solidFill>
                <a:latin typeface="Arial"/>
                <a:ea typeface="Arial"/>
                <a:cs typeface="Arial"/>
              </a:defRPr>
            </a:lvl5pPr>
            <a:lvl6pPr>
              <a:defRPr sz="2550" b="1">
                <a:solidFill>
                  <a:srgbClr val="14766B"/>
                </a:solidFill>
                <a:latin typeface="Arial"/>
                <a:ea typeface="Arial"/>
                <a:cs typeface="Arial"/>
              </a:defRPr>
            </a:lvl6pPr>
            <a:lvl7pPr>
              <a:defRPr sz="2550" b="1">
                <a:solidFill>
                  <a:srgbClr val="14766B"/>
                </a:solidFill>
                <a:latin typeface="Arial"/>
                <a:ea typeface="Arial"/>
                <a:cs typeface="Arial"/>
              </a:defRPr>
            </a:lvl7pPr>
            <a:lvl8pPr>
              <a:defRPr sz="2550" b="1">
                <a:solidFill>
                  <a:srgbClr val="14766B"/>
                </a:solidFill>
                <a:latin typeface="Arial"/>
                <a:ea typeface="Arial"/>
                <a:cs typeface="Arial"/>
              </a:defRPr>
            </a:lvl8pPr>
            <a:lvl9pPr>
              <a:defRPr sz="2550" b="1">
                <a:solidFill>
                  <a:srgbClr val="14766B"/>
                </a:solidFill>
                <a:latin typeface="Arial"/>
                <a:ea typeface="Arial"/>
                <a:cs typeface="Arial"/>
              </a:defRPr>
            </a:lvl9pPr>
          </a:lstStyle>
          <a:p xmlns:a="http://schemas.openxmlformats.org/drawingml/2006/main">
            <a:pPr>
              <a:defRPr sz="2550" b="1">
                <a:solidFill>
                  <a:srgbClr val="14766B"/>
                </a:solidFill>
                <a:latin typeface="Arial"/>
                <a:ea typeface="Arial"/>
                <a:cs typeface="Arial"/>
              </a:defRPr>
            </a:pPr>
            <a:r>
              <a:rPr sz="2550" b="1">
                <a:solidFill>
                  <a:srgbClr val="14766B"/>
                </a:solidFill>
                <a:latin typeface="Arial"/>
                <a:ea typeface="Arial"/>
                <a:cs typeface="Arial"/>
              </a:rPr>
              <a:t>Tests</a:t>
            </a:r>
          </a:p>
        </p:txBody>
      </p:sp>
      <p:sp>
        <p:nvSpPr>
          <p:cNvPr id="8" name="">
            <a:extLst xmlns:a="http://schemas.openxmlformats.org/drawingml/2006/main">
              <a:ext uri="{FF2B5EF4-FFF2-40B4-BE49-F238E27FC236}">
                <a16:creationId xmlns:a16="http://schemas.microsoft.com/office/drawing/2014/main" id="{98FF8D3E-6E41-45BB-A315-DB7657C0D048}"/>
              </a:ext>
            </a:extLst>
          </p:cNvPr>
          <p:cNvSpPr>
            <a:spLocks xmlns:a="http://schemas.openxmlformats.org/drawingml/2006/main" noGrp="1"/>
          </p:cNvSpPr>
          <p:nvPr/>
        </p:nvSpPr>
        <p:spPr>
          <a:xfrm xmlns:a="http://schemas.openxmlformats.org/drawingml/2006/main">
            <a:off x="8286750" y="23812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C36"/>
                </a:solidFill>
                <a:latin typeface="Arial"/>
                <a:ea typeface="Arial"/>
                <a:cs typeface="Arial"/>
              </a:defRPr>
            </a:defPPr>
            <a:lvl1pPr>
              <a:defRPr sz="2175" b="0">
                <a:solidFill>
                  <a:srgbClr val="163C36"/>
                </a:solidFill>
                <a:latin typeface="Arial"/>
                <a:ea typeface="Arial"/>
                <a:cs typeface="Arial"/>
              </a:defRPr>
            </a:lvl1pPr>
            <a:lvl2pPr>
              <a:defRPr sz="2175" b="0">
                <a:solidFill>
                  <a:srgbClr val="163C36"/>
                </a:solidFill>
                <a:latin typeface="Arial"/>
                <a:ea typeface="Arial"/>
                <a:cs typeface="Arial"/>
              </a:defRPr>
            </a:lvl2pPr>
            <a:lvl3pPr>
              <a:defRPr sz="2175" b="0">
                <a:solidFill>
                  <a:srgbClr val="163C36"/>
                </a:solidFill>
                <a:latin typeface="Arial"/>
                <a:ea typeface="Arial"/>
                <a:cs typeface="Arial"/>
              </a:defRPr>
            </a:lvl3pPr>
            <a:lvl4pPr>
              <a:defRPr sz="2175" b="0">
                <a:solidFill>
                  <a:srgbClr val="163C36"/>
                </a:solidFill>
                <a:latin typeface="Arial"/>
                <a:ea typeface="Arial"/>
                <a:cs typeface="Arial"/>
              </a:defRPr>
            </a:lvl4pPr>
            <a:lvl5pPr>
              <a:defRPr sz="2175" b="0">
                <a:solidFill>
                  <a:srgbClr val="163C36"/>
                </a:solidFill>
                <a:latin typeface="Arial"/>
                <a:ea typeface="Arial"/>
                <a:cs typeface="Arial"/>
              </a:defRPr>
            </a:lvl5pPr>
            <a:lvl6pPr>
              <a:defRPr sz="2175" b="0">
                <a:solidFill>
                  <a:srgbClr val="163C36"/>
                </a:solidFill>
                <a:latin typeface="Arial"/>
                <a:ea typeface="Arial"/>
                <a:cs typeface="Arial"/>
              </a:defRPr>
            </a:lvl6pPr>
            <a:lvl7pPr>
              <a:defRPr sz="2175" b="0">
                <a:solidFill>
                  <a:srgbClr val="163C36"/>
                </a:solidFill>
                <a:latin typeface="Arial"/>
                <a:ea typeface="Arial"/>
                <a:cs typeface="Arial"/>
              </a:defRPr>
            </a:lvl7pPr>
            <a:lvl8pPr>
              <a:defRPr sz="2175" b="0">
                <a:solidFill>
                  <a:srgbClr val="163C36"/>
                </a:solidFill>
                <a:latin typeface="Arial"/>
                <a:ea typeface="Arial"/>
                <a:cs typeface="Arial"/>
              </a:defRPr>
            </a:lvl8pPr>
            <a:lvl9pPr>
              <a:defRPr sz="2175" b="0">
                <a:solidFill>
                  <a:srgbClr val="163C36"/>
                </a:solidFill>
                <a:latin typeface="Arial"/>
                <a:ea typeface="Arial"/>
                <a:cs typeface="Arial"/>
              </a:defRPr>
            </a:lvl9pPr>
          </a:lstStyle>
          <a:p xmlns:a="http://schemas.openxmlformats.org/drawingml/2006/main">
            <a:pPr>
              <a:defRPr sz="2175" b="0">
                <a:solidFill>
                  <a:srgbClr val="163C36"/>
                </a:solidFill>
                <a:latin typeface="Arial"/>
                <a:ea typeface="Arial"/>
                <a:cs typeface="Arial"/>
              </a:defRPr>
            </a:pPr>
            <a:r>
              <a:rPr sz="2175" b="0">
                <a:solidFill>
                  <a:srgbClr val="163C36"/>
                </a:solidFill>
                <a:latin typeface="Arial"/>
                <a:ea typeface="Arial"/>
                <a:cs typeface="Arial"/>
              </a:rPr>
              <a:t>Missing regression cases</a:t>
            </a:r>
          </a:p>
        </p:txBody>
      </p:sp>
      <p:sp>
        <p:nvSpPr>
          <p:cNvPr id="9" name="">
            <a:extLst xmlns:a="http://schemas.openxmlformats.org/drawingml/2006/main">
              <a:ext uri="{FF2B5EF4-FFF2-40B4-BE49-F238E27FC236}">
                <a16:creationId xmlns:a16="http://schemas.microsoft.com/office/drawing/2014/main" id="{6223629F-2C48-4764-AE2E-F0206978880E}"/>
              </a:ext>
            </a:extLst>
          </p:cNvPr>
          <p:cNvSpPr>
            <a:spLocks xmlns:a="http://schemas.openxmlformats.org/drawingml/2006/main" noGrp="1"/>
          </p:cNvSpPr>
          <p:nvPr/>
        </p:nvSpPr>
        <p:spPr>
          <a:xfrm xmlns:a="http://schemas.openxmlformats.org/drawingml/2006/main">
            <a:off x="609600" y="3743325"/>
            <a:ext cx="10953750" cy="11430"/>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03B69A-7528-43A5-998B-590B8326A7B8}"/>
              </a:ext>
            </a:extLst>
          </p:cNvPr>
          <p:cNvSpPr>
            <a:spLocks xmlns:a="http://schemas.openxmlformats.org/drawingml/2006/main" noGrp="1"/>
          </p:cNvSpPr>
          <p:nvPr/>
        </p:nvSpPr>
        <p:spPr>
          <a:xfrm xmlns:a="http://schemas.openxmlformats.org/drawingml/2006/main">
            <a:off x="609600" y="4095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63C36"/>
                </a:solidFill>
                <a:latin typeface="Arial"/>
                <a:ea typeface="Arial"/>
                <a:cs typeface="Arial"/>
              </a:defRPr>
            </a:defPPr>
            <a:lvl1pPr>
              <a:defRPr sz="2400" b="0">
                <a:solidFill>
                  <a:srgbClr val="163C36"/>
                </a:solidFill>
                <a:latin typeface="Arial"/>
                <a:ea typeface="Arial"/>
                <a:cs typeface="Arial"/>
              </a:defRPr>
            </a:lvl1pPr>
            <a:lvl2pPr>
              <a:defRPr sz="2400" b="0">
                <a:solidFill>
                  <a:srgbClr val="163C36"/>
                </a:solidFill>
                <a:latin typeface="Arial"/>
                <a:ea typeface="Arial"/>
                <a:cs typeface="Arial"/>
              </a:defRPr>
            </a:lvl2pPr>
            <a:lvl3pPr>
              <a:defRPr sz="2400" b="0">
                <a:solidFill>
                  <a:srgbClr val="163C36"/>
                </a:solidFill>
                <a:latin typeface="Arial"/>
                <a:ea typeface="Arial"/>
                <a:cs typeface="Arial"/>
              </a:defRPr>
            </a:lvl3pPr>
            <a:lvl4pPr>
              <a:defRPr sz="2400" b="0">
                <a:solidFill>
                  <a:srgbClr val="163C36"/>
                </a:solidFill>
                <a:latin typeface="Arial"/>
                <a:ea typeface="Arial"/>
                <a:cs typeface="Arial"/>
              </a:defRPr>
            </a:lvl4pPr>
            <a:lvl5pPr>
              <a:defRPr sz="2400" b="0">
                <a:solidFill>
                  <a:srgbClr val="163C36"/>
                </a:solidFill>
                <a:latin typeface="Arial"/>
                <a:ea typeface="Arial"/>
                <a:cs typeface="Arial"/>
              </a:defRPr>
            </a:lvl5pPr>
            <a:lvl6pPr>
              <a:defRPr sz="2400" b="0">
                <a:solidFill>
                  <a:srgbClr val="163C36"/>
                </a:solidFill>
                <a:latin typeface="Arial"/>
                <a:ea typeface="Arial"/>
                <a:cs typeface="Arial"/>
              </a:defRPr>
            </a:lvl6pPr>
            <a:lvl7pPr>
              <a:defRPr sz="2400" b="0">
                <a:solidFill>
                  <a:srgbClr val="163C36"/>
                </a:solidFill>
                <a:latin typeface="Arial"/>
                <a:ea typeface="Arial"/>
                <a:cs typeface="Arial"/>
              </a:defRPr>
            </a:lvl7pPr>
            <a:lvl8pPr>
              <a:defRPr sz="2400" b="0">
                <a:solidFill>
                  <a:srgbClr val="163C36"/>
                </a:solidFill>
                <a:latin typeface="Arial"/>
                <a:ea typeface="Arial"/>
                <a:cs typeface="Arial"/>
              </a:defRPr>
            </a:lvl8pPr>
            <a:lvl9pPr>
              <a:defRPr sz="2400" b="0">
                <a:solidFill>
                  <a:srgbClr val="163C36"/>
                </a:solidFill>
                <a:latin typeface="Arial"/>
                <a:ea typeface="Arial"/>
                <a:cs typeface="Arial"/>
              </a:defRPr>
            </a:lvl9pPr>
          </a:lstStyle>
          <a:p xmlns:a="http://schemas.openxmlformats.org/drawingml/2006/main">
            <a:pPr>
              <a:defRPr sz="2400" b="0">
                <a:solidFill>
                  <a:srgbClr val="163C36"/>
                </a:solidFill>
                <a:latin typeface="Arial"/>
                <a:ea typeface="Arial"/>
                <a:cs typeface="Arial"/>
              </a:defRPr>
            </a:pPr>
            <a:r>
              <a:rPr sz="2400" b="0">
                <a:solidFill>
                  <a:srgbClr val="163C36"/>
                </a:solidFill>
                <a:latin typeface="Arial"/>
                <a:ea typeface="Arial"/>
                <a:cs typeface="Arial"/>
              </a:rPr>
              <a:t>Each specialist chooses read tools and follows context.</a:t>
            </a:r>
          </a:p>
        </p:txBody>
      </p:sp>
      <p:sp>
        <p:nvSpPr>
          <p:cNvPr id="11" name="">
            <a:extLst xmlns:a="http://schemas.openxmlformats.org/drawingml/2006/main">
              <a:ext uri="{FF2B5EF4-FFF2-40B4-BE49-F238E27FC236}">
                <a16:creationId xmlns:a16="http://schemas.microsoft.com/office/drawing/2014/main" id="{74DD4E86-AB65-4D30-AD01-00A99A203788}"/>
              </a:ext>
            </a:extLst>
          </p:cNvPr>
          <p:cNvSpPr>
            <a:spLocks xmlns:a="http://schemas.openxmlformats.org/drawingml/2006/main" noGrp="1"/>
          </p:cNvSpPr>
          <p:nvPr/>
        </p:nvSpPr>
        <p:spPr>
          <a:xfrm xmlns:a="http://schemas.openxmlformats.org/drawingml/2006/main">
            <a:off x="609600" y="48387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D68"/>
                </a:solidFill>
                <a:latin typeface="Arial"/>
                <a:ea typeface="Arial"/>
                <a:cs typeface="Arial"/>
              </a:defRPr>
            </a:defPPr>
            <a:lvl1pPr>
              <a:defRPr sz="2175" b="0">
                <a:solidFill>
                  <a:srgbClr val="526D68"/>
                </a:solidFill>
                <a:latin typeface="Arial"/>
                <a:ea typeface="Arial"/>
                <a:cs typeface="Arial"/>
              </a:defRPr>
            </a:lvl1pPr>
            <a:lvl2pPr>
              <a:defRPr sz="2175" b="0">
                <a:solidFill>
                  <a:srgbClr val="526D68"/>
                </a:solidFill>
                <a:latin typeface="Arial"/>
                <a:ea typeface="Arial"/>
                <a:cs typeface="Arial"/>
              </a:defRPr>
            </a:lvl2pPr>
            <a:lvl3pPr>
              <a:defRPr sz="2175" b="0">
                <a:solidFill>
                  <a:srgbClr val="526D68"/>
                </a:solidFill>
                <a:latin typeface="Arial"/>
                <a:ea typeface="Arial"/>
                <a:cs typeface="Arial"/>
              </a:defRPr>
            </a:lvl3pPr>
            <a:lvl4pPr>
              <a:defRPr sz="2175" b="0">
                <a:solidFill>
                  <a:srgbClr val="526D68"/>
                </a:solidFill>
                <a:latin typeface="Arial"/>
                <a:ea typeface="Arial"/>
                <a:cs typeface="Arial"/>
              </a:defRPr>
            </a:lvl4pPr>
            <a:lvl5pPr>
              <a:defRPr sz="2175" b="0">
                <a:solidFill>
                  <a:srgbClr val="526D68"/>
                </a:solidFill>
                <a:latin typeface="Arial"/>
                <a:ea typeface="Arial"/>
                <a:cs typeface="Arial"/>
              </a:defRPr>
            </a:lvl5pPr>
            <a:lvl6pPr>
              <a:defRPr sz="2175" b="0">
                <a:solidFill>
                  <a:srgbClr val="526D68"/>
                </a:solidFill>
                <a:latin typeface="Arial"/>
                <a:ea typeface="Arial"/>
                <a:cs typeface="Arial"/>
              </a:defRPr>
            </a:lvl6pPr>
            <a:lvl7pPr>
              <a:defRPr sz="2175" b="0">
                <a:solidFill>
                  <a:srgbClr val="526D68"/>
                </a:solidFill>
                <a:latin typeface="Arial"/>
                <a:ea typeface="Arial"/>
                <a:cs typeface="Arial"/>
              </a:defRPr>
            </a:lvl7pPr>
            <a:lvl8pPr>
              <a:defRPr sz="2175" b="0">
                <a:solidFill>
                  <a:srgbClr val="526D68"/>
                </a:solidFill>
                <a:latin typeface="Arial"/>
                <a:ea typeface="Arial"/>
                <a:cs typeface="Arial"/>
              </a:defRPr>
            </a:lvl8pPr>
            <a:lvl9pPr>
              <a:defRPr sz="2175" b="0">
                <a:solidFill>
                  <a:srgbClr val="526D68"/>
                </a:solidFill>
                <a:latin typeface="Arial"/>
                <a:ea typeface="Arial"/>
                <a:cs typeface="Arial"/>
              </a:defRPr>
            </a:lvl9pPr>
          </a:lstStyle>
          <a:p xmlns:a="http://schemas.openxmlformats.org/drawingml/2006/main">
            <a:pPr>
              <a:defRPr sz="2175" b="0">
                <a:solidFill>
                  <a:srgbClr val="526D68"/>
                </a:solidFill>
                <a:latin typeface="Arial"/>
                <a:ea typeface="Arial"/>
                <a:cs typeface="Arial"/>
              </a:defRPr>
            </a:pPr>
            <a:r>
              <a:rPr sz="2175" b="0">
                <a:solidFill>
                  <a:srgbClr val="526D68"/>
                </a:solidFill>
                <a:latin typeface="Arial"/>
                <a:ea typeface="Arial"/>
                <a:cs typeface="Arial"/>
              </a:rPr>
              <a:t>Pinned commits and exact added-line snippets support each finding.</a:t>
            </a:r>
          </a:p>
        </p:txBody>
      </p:sp>
      <p:sp>
        <p:nvSpPr>
          <p:cNvPr id="12" name="">
            <a:extLst xmlns:a="http://schemas.openxmlformats.org/drawingml/2006/main">
              <a:ext uri="{FF2B5EF4-FFF2-40B4-BE49-F238E27FC236}">
                <a16:creationId xmlns:a16="http://schemas.microsoft.com/office/drawing/2014/main" id="{68E2EAB8-F536-4D6B-B6D7-2F03A000EFDB}"/>
              </a:ext>
            </a:extLst>
          </p:cNvPr>
          <p:cNvSpPr>
            <a:spLocks xmlns:a="http://schemas.openxmlformats.org/drawingml/2006/main" noGrp="1"/>
          </p:cNvSpPr>
          <p:nvPr/>
        </p:nvSpPr>
        <p:spPr>
          <a:xfrm xmlns:a="http://schemas.openxmlformats.org/drawingml/2006/main">
            <a:off x="609600" y="57721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4766B"/>
                </a:solidFill>
                <a:latin typeface="Arial"/>
                <a:ea typeface="Arial"/>
                <a:cs typeface="Arial"/>
              </a:defRPr>
            </a:defPPr>
            <a:lvl1pPr>
              <a:defRPr sz="1725" b="1">
                <a:solidFill>
                  <a:srgbClr val="14766B"/>
                </a:solidFill>
                <a:latin typeface="Arial"/>
                <a:ea typeface="Arial"/>
                <a:cs typeface="Arial"/>
              </a:defRPr>
            </a:lvl1pPr>
            <a:lvl2pPr>
              <a:defRPr sz="1725" b="1">
                <a:solidFill>
                  <a:srgbClr val="14766B"/>
                </a:solidFill>
                <a:latin typeface="Arial"/>
                <a:ea typeface="Arial"/>
                <a:cs typeface="Arial"/>
              </a:defRPr>
            </a:lvl2pPr>
            <a:lvl3pPr>
              <a:defRPr sz="1725" b="1">
                <a:solidFill>
                  <a:srgbClr val="14766B"/>
                </a:solidFill>
                <a:latin typeface="Arial"/>
                <a:ea typeface="Arial"/>
                <a:cs typeface="Arial"/>
              </a:defRPr>
            </a:lvl3pPr>
            <a:lvl4pPr>
              <a:defRPr sz="1725" b="1">
                <a:solidFill>
                  <a:srgbClr val="14766B"/>
                </a:solidFill>
                <a:latin typeface="Arial"/>
                <a:ea typeface="Arial"/>
                <a:cs typeface="Arial"/>
              </a:defRPr>
            </a:lvl4pPr>
            <a:lvl5pPr>
              <a:defRPr sz="1725" b="1">
                <a:solidFill>
                  <a:srgbClr val="14766B"/>
                </a:solidFill>
                <a:latin typeface="Arial"/>
                <a:ea typeface="Arial"/>
                <a:cs typeface="Arial"/>
              </a:defRPr>
            </a:lvl5pPr>
            <a:lvl6pPr>
              <a:defRPr sz="1725" b="1">
                <a:solidFill>
                  <a:srgbClr val="14766B"/>
                </a:solidFill>
                <a:latin typeface="Arial"/>
                <a:ea typeface="Arial"/>
                <a:cs typeface="Arial"/>
              </a:defRPr>
            </a:lvl6pPr>
            <a:lvl7pPr>
              <a:defRPr sz="1725" b="1">
                <a:solidFill>
                  <a:srgbClr val="14766B"/>
                </a:solidFill>
                <a:latin typeface="Arial"/>
                <a:ea typeface="Arial"/>
                <a:cs typeface="Arial"/>
              </a:defRPr>
            </a:lvl7pPr>
            <a:lvl8pPr>
              <a:defRPr sz="1725" b="1">
                <a:solidFill>
                  <a:srgbClr val="14766B"/>
                </a:solidFill>
                <a:latin typeface="Arial"/>
                <a:ea typeface="Arial"/>
                <a:cs typeface="Arial"/>
              </a:defRPr>
            </a:lvl8pPr>
            <a:lvl9pPr>
              <a:defRPr sz="1725" b="1">
                <a:solidFill>
                  <a:srgbClr val="14766B"/>
                </a:solidFill>
                <a:latin typeface="Arial"/>
                <a:ea typeface="Arial"/>
                <a:cs typeface="Arial"/>
              </a:defRPr>
            </a:lvl9pPr>
          </a:lstStyle>
          <a:p xmlns:a="http://schemas.openxmlformats.org/drawingml/2006/main">
            <a:pPr>
              <a:defRPr sz="1725" b="1">
                <a:solidFill>
                  <a:srgbClr val="14766B"/>
                </a:solidFill>
                <a:latin typeface="Arial"/>
                <a:ea typeface="Arial"/>
                <a:cs typeface="Arial"/>
              </a:defRPr>
            </a:pPr>
            <a:r>
              <a:rPr sz="1725" b="1">
                <a:solidFill>
                  <a:srgbClr val="14766B"/>
                </a:solidFill>
                <a:latin typeface="Arial"/>
                <a:ea typeface="Arial"/>
                <a:cs typeface="Arial"/>
              </a:rPr>
              <a:t>Live app: prepared review and Activity and limits</a:t>
            </a:r>
          </a:p>
        </p:txBody>
      </p:sp>
    </p:spTree>
    <p:extLst>
      <p:ext uri="{BB962C8B-B14F-4D97-AF65-F5344CB8AC3E}">
        <p14:creationId xmlns:p14="http://schemas.microsoft.com/office/powerpoint/2010/main" val="7576166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36F86C-0317-43E9-B3F6-F0A7BC39A688}"/>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Sample 1   TLS context changes</a:t>
            </a:r>
          </a:p>
        </p:txBody>
      </p:sp>
      <p:sp>
        <p:nvSpPr>
          <p:cNvPr id="2" name="">
            <a:extLst xmlns:a="http://schemas.openxmlformats.org/drawingml/2006/main">
              <a:ext uri="{FF2B5EF4-FFF2-40B4-BE49-F238E27FC236}">
                <a16:creationId xmlns:a16="http://schemas.microsoft.com/office/drawing/2014/main" id="{1854C13F-DB51-417E-B269-04A4F35C50E4}"/>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1:00–1:40    3 / 9</a:t>
            </a:r>
          </a:p>
        </p:txBody>
      </p:sp>
      <p:sp>
        <p:nvSpPr>
          <p:cNvPr id="3" name="">
            <a:extLst xmlns:a="http://schemas.openxmlformats.org/drawingml/2006/main">
              <a:ext uri="{FF2B5EF4-FFF2-40B4-BE49-F238E27FC236}">
                <a16:creationId xmlns:a16="http://schemas.microsoft.com/office/drawing/2014/main" id="{3A0FA4B5-0CE0-488E-A201-27D48E38288C}"/>
              </a:ext>
            </a:extLst>
          </p:cNvPr>
          <p:cNvSpPr>
            <a:spLocks xmlns:a="http://schemas.openxmlformats.org/drawingml/2006/main" noGrp="1"/>
          </p:cNvSpPr>
          <p:nvPr/>
        </p:nvSpPr>
        <p:spPr>
          <a:xfrm xmlns:a="http://schemas.openxmlformats.org/drawingml/2006/main">
            <a:off x="609600" y="1619250"/>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BC1E219E-D2B9-4F5C-9D63-17362F69C7D5}"/>
              </a:ext>
            </a:extLst>
          </p:cNvPr>
          <p:cNvSpPr>
            <a:spLocks xmlns:a="http://schemas.openxmlformats.org/drawingml/2006/main" noGrp="1"/>
          </p:cNvSpPr>
          <p:nvPr/>
        </p:nvSpPr>
        <p:spPr>
          <a:xfrm xmlns:a="http://schemas.openxmlformats.org/drawingml/2006/main">
            <a:off x="609600" y="26479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model calls</a:t>
            </a:r>
          </a:p>
        </p:txBody>
      </p:sp>
      <p:sp>
        <p:nvSpPr>
          <p:cNvPr id="5" name="">
            <a:extLst xmlns:a="http://schemas.openxmlformats.org/drawingml/2006/main">
              <a:ext uri="{FF2B5EF4-FFF2-40B4-BE49-F238E27FC236}">
                <a16:creationId xmlns:a16="http://schemas.microsoft.com/office/drawing/2014/main" id="{A90C2B78-1D14-4468-BF24-E42590E42A04}"/>
              </a:ext>
            </a:extLst>
          </p:cNvPr>
          <p:cNvSpPr>
            <a:spLocks xmlns:a="http://schemas.openxmlformats.org/drawingml/2006/main" noGrp="1"/>
          </p:cNvSpPr>
          <p:nvPr/>
        </p:nvSpPr>
        <p:spPr>
          <a:xfrm xmlns:a="http://schemas.openxmlformats.org/drawingml/2006/main">
            <a:off x="4457700" y="1619250"/>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2AB8E3B1-70EA-40C2-86F3-E32807027E4A}"/>
              </a:ext>
            </a:extLst>
          </p:cNvPr>
          <p:cNvSpPr>
            <a:spLocks xmlns:a="http://schemas.openxmlformats.org/drawingml/2006/main" noGrp="1"/>
          </p:cNvSpPr>
          <p:nvPr/>
        </p:nvSpPr>
        <p:spPr>
          <a:xfrm xmlns:a="http://schemas.openxmlformats.org/drawingml/2006/main">
            <a:off x="4457700" y="26479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proposed findings</a:t>
            </a:r>
          </a:p>
        </p:txBody>
      </p:sp>
      <p:sp>
        <p:nvSpPr>
          <p:cNvPr id="7" name="">
            <a:extLst xmlns:a="http://schemas.openxmlformats.org/drawingml/2006/main">
              <a:ext uri="{FF2B5EF4-FFF2-40B4-BE49-F238E27FC236}">
                <a16:creationId xmlns:a16="http://schemas.microsoft.com/office/drawing/2014/main" id="{6F821FBF-D7B4-48E1-8E65-23F2267EA5EE}"/>
              </a:ext>
            </a:extLst>
          </p:cNvPr>
          <p:cNvSpPr>
            <a:spLocks xmlns:a="http://schemas.openxmlformats.org/drawingml/2006/main" noGrp="1"/>
          </p:cNvSpPr>
          <p:nvPr/>
        </p:nvSpPr>
        <p:spPr>
          <a:xfrm xmlns:a="http://schemas.openxmlformats.org/drawingml/2006/main">
            <a:off x="8248650" y="17907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766B"/>
                </a:solidFill>
                <a:latin typeface="Arial"/>
                <a:ea typeface="Arial"/>
                <a:cs typeface="Arial"/>
              </a:defRPr>
            </a:defPPr>
            <a:lvl1pPr>
              <a:defRPr sz="2325" b="1">
                <a:solidFill>
                  <a:srgbClr val="14766B"/>
                </a:solidFill>
                <a:latin typeface="Arial"/>
                <a:ea typeface="Arial"/>
                <a:cs typeface="Arial"/>
              </a:defRPr>
            </a:lvl1pPr>
            <a:lvl2pPr>
              <a:defRPr sz="2325" b="1">
                <a:solidFill>
                  <a:srgbClr val="14766B"/>
                </a:solidFill>
                <a:latin typeface="Arial"/>
                <a:ea typeface="Arial"/>
                <a:cs typeface="Arial"/>
              </a:defRPr>
            </a:lvl2pPr>
            <a:lvl3pPr>
              <a:defRPr sz="2325" b="1">
                <a:solidFill>
                  <a:srgbClr val="14766B"/>
                </a:solidFill>
                <a:latin typeface="Arial"/>
                <a:ea typeface="Arial"/>
                <a:cs typeface="Arial"/>
              </a:defRPr>
            </a:lvl3pPr>
            <a:lvl4pPr>
              <a:defRPr sz="2325" b="1">
                <a:solidFill>
                  <a:srgbClr val="14766B"/>
                </a:solidFill>
                <a:latin typeface="Arial"/>
                <a:ea typeface="Arial"/>
                <a:cs typeface="Arial"/>
              </a:defRPr>
            </a:lvl4pPr>
            <a:lvl5pPr>
              <a:defRPr sz="2325" b="1">
                <a:solidFill>
                  <a:srgbClr val="14766B"/>
                </a:solidFill>
                <a:latin typeface="Arial"/>
                <a:ea typeface="Arial"/>
                <a:cs typeface="Arial"/>
              </a:defRPr>
            </a:lvl5pPr>
            <a:lvl6pPr>
              <a:defRPr sz="2325" b="1">
                <a:solidFill>
                  <a:srgbClr val="14766B"/>
                </a:solidFill>
                <a:latin typeface="Arial"/>
                <a:ea typeface="Arial"/>
                <a:cs typeface="Arial"/>
              </a:defRPr>
            </a:lvl6pPr>
            <a:lvl7pPr>
              <a:defRPr sz="2325" b="1">
                <a:solidFill>
                  <a:srgbClr val="14766B"/>
                </a:solidFill>
                <a:latin typeface="Arial"/>
                <a:ea typeface="Arial"/>
                <a:cs typeface="Arial"/>
              </a:defRPr>
            </a:lvl7pPr>
            <a:lvl8pPr>
              <a:defRPr sz="2325" b="1">
                <a:solidFill>
                  <a:srgbClr val="14766B"/>
                </a:solidFill>
                <a:latin typeface="Arial"/>
                <a:ea typeface="Arial"/>
                <a:cs typeface="Arial"/>
              </a:defRPr>
            </a:lvl8pPr>
            <a:lvl9pPr>
              <a:defRPr sz="2325" b="1">
                <a:solidFill>
                  <a:srgbClr val="14766B"/>
                </a:solidFill>
                <a:latin typeface="Arial"/>
                <a:ea typeface="Arial"/>
                <a:cs typeface="Arial"/>
              </a:defRPr>
            </a:lvl9pPr>
          </a:lstStyle>
          <a:p xmlns:a="http://schemas.openxmlformats.org/drawingml/2006/main">
            <a:pPr>
              <a:defRPr sz="2325" b="1">
                <a:solidFill>
                  <a:srgbClr val="14766B"/>
                </a:solidFill>
                <a:latin typeface="Arial"/>
                <a:ea typeface="Arial"/>
                <a:cs typeface="Arial"/>
              </a:defRPr>
            </a:pPr>
            <a:r>
              <a:rPr sz="2325" b="1">
                <a:solidFill>
                  <a:srgbClr val="14766B"/>
                </a:solidFill>
                <a:latin typeface="Arial"/>
                <a:ea typeface="Arial"/>
                <a:cs typeface="Arial"/>
              </a:rPr>
              <a:t>Requests PR #6767</a:t>
            </a:r>
          </a:p>
        </p:txBody>
      </p:sp>
      <p:sp>
        <p:nvSpPr>
          <p:cNvPr id="8" name="">
            <a:extLst xmlns:a="http://schemas.openxmlformats.org/drawingml/2006/main">
              <a:ext uri="{FF2B5EF4-FFF2-40B4-BE49-F238E27FC236}">
                <a16:creationId xmlns:a16="http://schemas.microsoft.com/office/drawing/2014/main" id="{46BC7935-CFE6-4319-8C47-73FD32647003}"/>
              </a:ext>
            </a:extLst>
          </p:cNvPr>
          <p:cNvSpPr>
            <a:spLocks xmlns:a="http://schemas.openxmlformats.org/drawingml/2006/main" noGrp="1"/>
          </p:cNvSpPr>
          <p:nvPr/>
        </p:nvSpPr>
        <p:spPr>
          <a:xfrm xmlns:a="http://schemas.openxmlformats.org/drawingml/2006/main">
            <a:off x="8248650" y="2419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Revert caching a default SSLContext</a:t>
            </a:r>
          </a:p>
        </p:txBody>
      </p:sp>
      <p:sp>
        <p:nvSpPr>
          <p:cNvPr id="9" name="">
            <a:extLst xmlns:a="http://schemas.openxmlformats.org/drawingml/2006/main">
              <a:ext uri="{FF2B5EF4-FFF2-40B4-BE49-F238E27FC236}">
                <a16:creationId xmlns:a16="http://schemas.microsoft.com/office/drawing/2014/main" id="{0D17E9C5-DC12-42D2-B6D2-957BB7F4BAE3}"/>
              </a:ext>
            </a:extLst>
          </p:cNvPr>
          <p:cNvSpPr>
            <a:spLocks xmlns:a="http://schemas.openxmlformats.org/drawingml/2006/main" noGrp="1"/>
          </p:cNvSpPr>
          <p:nvPr/>
        </p:nvSpPr>
        <p:spPr>
          <a:xfrm xmlns:a="http://schemas.openxmlformats.org/drawingml/2006/main">
            <a:off x="609600" y="3752850"/>
            <a:ext cx="10953750" cy="11430"/>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935D27-6101-4B3B-B706-C9618EB282DE}"/>
              </a:ext>
            </a:extLst>
          </p:cNvPr>
          <p:cNvSpPr>
            <a:spLocks xmlns:a="http://schemas.openxmlformats.org/drawingml/2006/main" noGrp="1"/>
          </p:cNvSpPr>
          <p:nvPr/>
        </p:nvSpPr>
        <p:spPr>
          <a:xfrm xmlns:a="http://schemas.openxmlformats.org/drawingml/2006/main">
            <a:off x="609600" y="40576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3C36"/>
                </a:solidFill>
                <a:latin typeface="Arial"/>
                <a:ea typeface="Arial"/>
                <a:cs typeface="Arial"/>
              </a:defRPr>
            </a:defPPr>
            <a:lvl1pPr>
              <a:defRPr sz="2550" b="1">
                <a:solidFill>
                  <a:srgbClr val="163C36"/>
                </a:solidFill>
                <a:latin typeface="Arial"/>
                <a:ea typeface="Arial"/>
                <a:cs typeface="Arial"/>
              </a:defRPr>
            </a:lvl1pPr>
            <a:lvl2pPr>
              <a:defRPr sz="2550" b="1">
                <a:solidFill>
                  <a:srgbClr val="163C36"/>
                </a:solidFill>
                <a:latin typeface="Arial"/>
                <a:ea typeface="Arial"/>
                <a:cs typeface="Arial"/>
              </a:defRPr>
            </a:lvl2pPr>
            <a:lvl3pPr>
              <a:defRPr sz="2550" b="1">
                <a:solidFill>
                  <a:srgbClr val="163C36"/>
                </a:solidFill>
                <a:latin typeface="Arial"/>
                <a:ea typeface="Arial"/>
                <a:cs typeface="Arial"/>
              </a:defRPr>
            </a:lvl3pPr>
            <a:lvl4pPr>
              <a:defRPr sz="2550" b="1">
                <a:solidFill>
                  <a:srgbClr val="163C36"/>
                </a:solidFill>
                <a:latin typeface="Arial"/>
                <a:ea typeface="Arial"/>
                <a:cs typeface="Arial"/>
              </a:defRPr>
            </a:lvl4pPr>
            <a:lvl5pPr>
              <a:defRPr sz="2550" b="1">
                <a:solidFill>
                  <a:srgbClr val="163C36"/>
                </a:solidFill>
                <a:latin typeface="Arial"/>
                <a:ea typeface="Arial"/>
                <a:cs typeface="Arial"/>
              </a:defRPr>
            </a:lvl5pPr>
            <a:lvl6pPr>
              <a:defRPr sz="2550" b="1">
                <a:solidFill>
                  <a:srgbClr val="163C36"/>
                </a:solidFill>
                <a:latin typeface="Arial"/>
                <a:ea typeface="Arial"/>
                <a:cs typeface="Arial"/>
              </a:defRPr>
            </a:lvl6pPr>
            <a:lvl7pPr>
              <a:defRPr sz="2550" b="1">
                <a:solidFill>
                  <a:srgbClr val="163C36"/>
                </a:solidFill>
                <a:latin typeface="Arial"/>
                <a:ea typeface="Arial"/>
                <a:cs typeface="Arial"/>
              </a:defRPr>
            </a:lvl7pPr>
            <a:lvl8pPr>
              <a:defRPr sz="2550" b="1">
                <a:solidFill>
                  <a:srgbClr val="163C36"/>
                </a:solidFill>
                <a:latin typeface="Arial"/>
                <a:ea typeface="Arial"/>
                <a:cs typeface="Arial"/>
              </a:defRPr>
            </a:lvl8pPr>
            <a:lvl9pPr>
              <a:defRPr sz="2550" b="1">
                <a:solidFill>
                  <a:srgbClr val="163C36"/>
                </a:solidFill>
                <a:latin typeface="Arial"/>
                <a:ea typeface="Arial"/>
                <a:cs typeface="Arial"/>
              </a:defRPr>
            </a:lvl9pPr>
          </a:lstStyle>
          <a:p xmlns:a="http://schemas.openxmlformats.org/drawingml/2006/main">
            <a:pPr>
              <a:defRPr sz="2550" b="1">
                <a:solidFill>
                  <a:srgbClr val="163C36"/>
                </a:solidFill>
                <a:latin typeface="Arial"/>
                <a:ea typeface="Arial"/>
                <a:cs typeface="Arial"/>
              </a:defRPr>
            </a:pPr>
            <a:r>
              <a:rPr sz="2550" b="1">
                <a:solidFill>
                  <a:srgbClr val="163C36"/>
                </a:solidFill>
                <a:latin typeface="Arial"/>
                <a:ea typeface="Arial"/>
                <a:cs typeface="Arial"/>
              </a:rPr>
              <a:t>One correctness proposal and two test suggestions</a:t>
            </a:r>
          </a:p>
        </p:txBody>
      </p:sp>
      <p:sp>
        <p:nvSpPr>
          <p:cNvPr id="11" name="">
            <a:extLst xmlns:a="http://schemas.openxmlformats.org/drawingml/2006/main">
              <a:ext uri="{FF2B5EF4-FFF2-40B4-BE49-F238E27FC236}">
                <a16:creationId xmlns:a16="http://schemas.microsoft.com/office/drawing/2014/main" id="{7A2E246B-5442-419B-9E35-4959FCCCF870}"/>
              </a:ext>
            </a:extLst>
          </p:cNvPr>
          <p:cNvSpPr>
            <a:spLocks xmlns:a="http://schemas.openxmlformats.org/drawingml/2006/main" noGrp="1"/>
          </p:cNvSpPr>
          <p:nvPr/>
        </p:nvSpPr>
        <p:spPr>
          <a:xfrm xmlns:a="http://schemas.openxmlformats.org/drawingml/2006/main">
            <a:off x="609600" y="48196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D68"/>
                </a:solidFill>
                <a:latin typeface="Arial"/>
                <a:ea typeface="Arial"/>
                <a:cs typeface="Arial"/>
              </a:defRPr>
            </a:defPPr>
            <a:lvl1pPr>
              <a:defRPr sz="2250" b="0">
                <a:solidFill>
                  <a:srgbClr val="526D68"/>
                </a:solidFill>
                <a:latin typeface="Arial"/>
                <a:ea typeface="Arial"/>
                <a:cs typeface="Arial"/>
              </a:defRPr>
            </a:lvl1pPr>
            <a:lvl2pPr>
              <a:defRPr sz="2250" b="0">
                <a:solidFill>
                  <a:srgbClr val="526D68"/>
                </a:solidFill>
                <a:latin typeface="Arial"/>
                <a:ea typeface="Arial"/>
                <a:cs typeface="Arial"/>
              </a:defRPr>
            </a:lvl2pPr>
            <a:lvl3pPr>
              <a:defRPr sz="2250" b="0">
                <a:solidFill>
                  <a:srgbClr val="526D68"/>
                </a:solidFill>
                <a:latin typeface="Arial"/>
                <a:ea typeface="Arial"/>
                <a:cs typeface="Arial"/>
              </a:defRPr>
            </a:lvl3pPr>
            <a:lvl4pPr>
              <a:defRPr sz="2250" b="0">
                <a:solidFill>
                  <a:srgbClr val="526D68"/>
                </a:solidFill>
                <a:latin typeface="Arial"/>
                <a:ea typeface="Arial"/>
                <a:cs typeface="Arial"/>
              </a:defRPr>
            </a:lvl4pPr>
            <a:lvl5pPr>
              <a:defRPr sz="2250" b="0">
                <a:solidFill>
                  <a:srgbClr val="526D68"/>
                </a:solidFill>
                <a:latin typeface="Arial"/>
                <a:ea typeface="Arial"/>
                <a:cs typeface="Arial"/>
              </a:defRPr>
            </a:lvl5pPr>
            <a:lvl6pPr>
              <a:defRPr sz="2250" b="0">
                <a:solidFill>
                  <a:srgbClr val="526D68"/>
                </a:solidFill>
                <a:latin typeface="Arial"/>
                <a:ea typeface="Arial"/>
                <a:cs typeface="Arial"/>
              </a:defRPr>
            </a:lvl6pPr>
            <a:lvl7pPr>
              <a:defRPr sz="2250" b="0">
                <a:solidFill>
                  <a:srgbClr val="526D68"/>
                </a:solidFill>
                <a:latin typeface="Arial"/>
                <a:ea typeface="Arial"/>
                <a:cs typeface="Arial"/>
              </a:defRPr>
            </a:lvl7pPr>
            <a:lvl8pPr>
              <a:defRPr sz="2250" b="0">
                <a:solidFill>
                  <a:srgbClr val="526D68"/>
                </a:solidFill>
                <a:latin typeface="Arial"/>
                <a:ea typeface="Arial"/>
                <a:cs typeface="Arial"/>
              </a:defRPr>
            </a:lvl8pPr>
            <a:lvl9pPr>
              <a:defRPr sz="2250" b="0">
                <a:solidFill>
                  <a:srgbClr val="526D68"/>
                </a:solidFill>
                <a:latin typeface="Arial"/>
                <a:ea typeface="Arial"/>
                <a:cs typeface="Arial"/>
              </a:defRPr>
            </a:lvl9pPr>
          </a:lstStyle>
          <a:p xmlns:a="http://schemas.openxmlformats.org/drawingml/2006/main">
            <a:pPr>
              <a:defRPr sz="2250" b="0">
                <a:solidFill>
                  <a:srgbClr val="526D68"/>
                </a:solidFill>
                <a:latin typeface="Arial"/>
                <a:ea typeface="Arial"/>
                <a:cs typeface="Arial"/>
              </a:defRPr>
            </a:pPr>
            <a:r>
              <a:rPr sz="2250" b="0">
                <a:solidFill>
                  <a:srgbClr val="526D68"/>
                </a:solidFill>
                <a:latin typeface="Arial"/>
                <a:ea typeface="Arial"/>
                <a:cs typeface="Arial"/>
              </a:rPr>
              <a:t>Original context-read failures remain in this before-fix baseline.</a:t>
            </a:r>
          </a:p>
        </p:txBody>
      </p:sp>
      <p:sp>
        <p:nvSpPr>
          <p:cNvPr id="12" name="">
            <a:extLst xmlns:a="http://schemas.openxmlformats.org/drawingml/2006/main">
              <a:ext uri="{FF2B5EF4-FFF2-40B4-BE49-F238E27FC236}">
                <a16:creationId xmlns:a16="http://schemas.microsoft.com/office/drawing/2014/main" id="{058529B2-A038-41C2-A962-0F4FC340454F}"/>
              </a:ext>
            </a:extLst>
          </p:cNvPr>
          <p:cNvSpPr>
            <a:spLocks xmlns:a="http://schemas.openxmlformats.org/drawingml/2006/main" noGrp="1"/>
          </p:cNvSpPr>
          <p:nvPr/>
        </p:nvSpPr>
        <p:spPr>
          <a:xfrm xmlns:a="http://schemas.openxmlformats.org/drawingml/2006/main">
            <a:off x="609600" y="57721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4766B"/>
                </a:solidFill>
                <a:latin typeface="Arial"/>
                <a:ea typeface="Arial"/>
                <a:cs typeface="Arial"/>
              </a:defRPr>
            </a:defPPr>
            <a:lvl1pPr>
              <a:defRPr sz="1725" b="0">
                <a:solidFill>
                  <a:srgbClr val="14766B"/>
                </a:solidFill>
                <a:latin typeface="Arial"/>
                <a:ea typeface="Arial"/>
                <a:cs typeface="Arial"/>
              </a:defRPr>
            </a:lvl1pPr>
            <a:lvl2pPr>
              <a:defRPr sz="1725" b="0">
                <a:solidFill>
                  <a:srgbClr val="14766B"/>
                </a:solidFill>
                <a:latin typeface="Arial"/>
                <a:ea typeface="Arial"/>
                <a:cs typeface="Arial"/>
              </a:defRPr>
            </a:lvl2pPr>
            <a:lvl3pPr>
              <a:defRPr sz="1725" b="0">
                <a:solidFill>
                  <a:srgbClr val="14766B"/>
                </a:solidFill>
                <a:latin typeface="Arial"/>
                <a:ea typeface="Arial"/>
                <a:cs typeface="Arial"/>
              </a:defRPr>
            </a:lvl3pPr>
            <a:lvl4pPr>
              <a:defRPr sz="1725" b="0">
                <a:solidFill>
                  <a:srgbClr val="14766B"/>
                </a:solidFill>
                <a:latin typeface="Arial"/>
                <a:ea typeface="Arial"/>
                <a:cs typeface="Arial"/>
              </a:defRPr>
            </a:lvl4pPr>
            <a:lvl5pPr>
              <a:defRPr sz="1725" b="0">
                <a:solidFill>
                  <a:srgbClr val="14766B"/>
                </a:solidFill>
                <a:latin typeface="Arial"/>
                <a:ea typeface="Arial"/>
                <a:cs typeface="Arial"/>
              </a:defRPr>
            </a:lvl5pPr>
            <a:lvl6pPr>
              <a:defRPr sz="1725" b="0">
                <a:solidFill>
                  <a:srgbClr val="14766B"/>
                </a:solidFill>
                <a:latin typeface="Arial"/>
                <a:ea typeface="Arial"/>
                <a:cs typeface="Arial"/>
              </a:defRPr>
            </a:lvl6pPr>
            <a:lvl7pPr>
              <a:defRPr sz="1725" b="0">
                <a:solidFill>
                  <a:srgbClr val="14766B"/>
                </a:solidFill>
                <a:latin typeface="Arial"/>
                <a:ea typeface="Arial"/>
                <a:cs typeface="Arial"/>
              </a:defRPr>
            </a:lvl7pPr>
            <a:lvl8pPr>
              <a:defRPr sz="1725" b="0">
                <a:solidFill>
                  <a:srgbClr val="14766B"/>
                </a:solidFill>
                <a:latin typeface="Arial"/>
                <a:ea typeface="Arial"/>
                <a:cs typeface="Arial"/>
              </a:defRPr>
            </a:lvl8pPr>
            <a:lvl9pPr>
              <a:defRPr sz="1725" b="0">
                <a:solidFill>
                  <a:srgbClr val="14766B"/>
                </a:solidFill>
                <a:latin typeface="Arial"/>
                <a:ea typeface="Arial"/>
                <a:cs typeface="Arial"/>
              </a:defRPr>
            </a:lvl9pPr>
          </a:lstStyle>
          <a:p xmlns:a="http://schemas.openxmlformats.org/drawingml/2006/main">
            <a:pPr>
              <a:defRPr sz="1725" b="0">
                <a:solidFill>
                  <a:srgbClr val="14766B"/>
                </a:solidFill>
                <a:latin typeface="Arial"/>
                <a:ea typeface="Arial"/>
                <a:cs typeface="Arial"/>
              </a:defRPr>
            </a:pPr>
            <a:r>
              <a:rPr sz="1725" b="0">
                <a:solidFill>
                  <a:srgbClr val="14766B"/>
                </a:solidFill>
                <a:latin typeface="Arial"/>
                <a:ea typeface="Arial"/>
                <a:cs typeface="Arial"/>
                <a:hlinkClick xmlns:r="http://schemas.openxmlformats.org/officeDocument/2006/relationships" r:id="Rb8caaf17c2454a76"/>
              </a:rPr>
              <a:t>Open sample 1 report</a:t>
            </a:r>
          </a:p>
        </p:txBody>
      </p:sp>
    </p:spTree>
    <p:extLst>
      <p:ext uri="{BB962C8B-B14F-4D97-AF65-F5344CB8AC3E}">
        <p14:creationId xmlns:p14="http://schemas.microsoft.com/office/powerpoint/2010/main" val="2704764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4A44C8-8636-4FA1-B8B6-4BC94E442F33}"/>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Sample 2   Netrc credential handling</a:t>
            </a:r>
          </a:p>
        </p:txBody>
      </p:sp>
      <p:sp>
        <p:nvSpPr>
          <p:cNvPr id="2" name="">
            <a:extLst xmlns:a="http://schemas.openxmlformats.org/drawingml/2006/main">
              <a:ext uri="{FF2B5EF4-FFF2-40B4-BE49-F238E27FC236}">
                <a16:creationId xmlns:a16="http://schemas.microsoft.com/office/drawing/2014/main" id="{57B58D1B-AEBC-405E-B64E-7E8B95310263}"/>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1:40–2:10    4 / 9</a:t>
            </a:r>
          </a:p>
        </p:txBody>
      </p:sp>
      <p:sp>
        <p:nvSpPr>
          <p:cNvPr id="3" name="">
            <a:extLst xmlns:a="http://schemas.openxmlformats.org/drawingml/2006/main">
              <a:ext uri="{FF2B5EF4-FFF2-40B4-BE49-F238E27FC236}">
                <a16:creationId xmlns:a16="http://schemas.microsoft.com/office/drawing/2014/main" id="{E313C76D-2FDA-4DE1-98F5-B35F5214FC10}"/>
              </a:ext>
            </a:extLst>
          </p:cNvPr>
          <p:cNvSpPr>
            <a:spLocks xmlns:a="http://schemas.openxmlformats.org/drawingml/2006/main" noGrp="1"/>
          </p:cNvSpPr>
          <p:nvPr/>
        </p:nvSpPr>
        <p:spPr>
          <a:xfrm xmlns:a="http://schemas.openxmlformats.org/drawingml/2006/main">
            <a:off x="609600" y="1619250"/>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53EBB25C-9C2A-4981-949C-5D18A4DFAF1D}"/>
              </a:ext>
            </a:extLst>
          </p:cNvPr>
          <p:cNvSpPr>
            <a:spLocks xmlns:a="http://schemas.openxmlformats.org/drawingml/2006/main" noGrp="1"/>
          </p:cNvSpPr>
          <p:nvPr/>
        </p:nvSpPr>
        <p:spPr>
          <a:xfrm xmlns:a="http://schemas.openxmlformats.org/drawingml/2006/main">
            <a:off x="609600" y="26479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model calls</a:t>
            </a:r>
          </a:p>
        </p:txBody>
      </p:sp>
      <p:sp>
        <p:nvSpPr>
          <p:cNvPr id="5" name="">
            <a:extLst xmlns:a="http://schemas.openxmlformats.org/drawingml/2006/main">
              <a:ext uri="{FF2B5EF4-FFF2-40B4-BE49-F238E27FC236}">
                <a16:creationId xmlns:a16="http://schemas.microsoft.com/office/drawing/2014/main" id="{65FE5A39-9CCF-4FFD-B174-A6C64E35DFDE}"/>
              </a:ext>
            </a:extLst>
          </p:cNvPr>
          <p:cNvSpPr>
            <a:spLocks xmlns:a="http://schemas.openxmlformats.org/drawingml/2006/main" noGrp="1"/>
          </p:cNvSpPr>
          <p:nvPr/>
        </p:nvSpPr>
        <p:spPr>
          <a:xfrm xmlns:a="http://schemas.openxmlformats.org/drawingml/2006/main">
            <a:off x="4457700" y="1619250"/>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ED2D493B-561D-4B22-8B2F-987DD57B939A}"/>
              </a:ext>
            </a:extLst>
          </p:cNvPr>
          <p:cNvSpPr>
            <a:spLocks xmlns:a="http://schemas.openxmlformats.org/drawingml/2006/main" noGrp="1"/>
          </p:cNvSpPr>
          <p:nvPr/>
        </p:nvSpPr>
        <p:spPr>
          <a:xfrm xmlns:a="http://schemas.openxmlformats.org/drawingml/2006/main">
            <a:off x="4457700" y="26479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proposed findings</a:t>
            </a:r>
          </a:p>
        </p:txBody>
      </p:sp>
      <p:sp>
        <p:nvSpPr>
          <p:cNvPr id="7" name="">
            <a:extLst xmlns:a="http://schemas.openxmlformats.org/drawingml/2006/main">
              <a:ext uri="{FF2B5EF4-FFF2-40B4-BE49-F238E27FC236}">
                <a16:creationId xmlns:a16="http://schemas.microsoft.com/office/drawing/2014/main" id="{CFCD376D-DB19-4151-B33D-73719C711537}"/>
              </a:ext>
            </a:extLst>
          </p:cNvPr>
          <p:cNvSpPr>
            <a:spLocks xmlns:a="http://schemas.openxmlformats.org/drawingml/2006/main" noGrp="1"/>
          </p:cNvSpPr>
          <p:nvPr/>
        </p:nvSpPr>
        <p:spPr>
          <a:xfrm xmlns:a="http://schemas.openxmlformats.org/drawingml/2006/main">
            <a:off x="8248650" y="17907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766B"/>
                </a:solidFill>
                <a:latin typeface="Arial"/>
                <a:ea typeface="Arial"/>
                <a:cs typeface="Arial"/>
              </a:defRPr>
            </a:defPPr>
            <a:lvl1pPr>
              <a:defRPr sz="2325" b="1">
                <a:solidFill>
                  <a:srgbClr val="14766B"/>
                </a:solidFill>
                <a:latin typeface="Arial"/>
                <a:ea typeface="Arial"/>
                <a:cs typeface="Arial"/>
              </a:defRPr>
            </a:lvl1pPr>
            <a:lvl2pPr>
              <a:defRPr sz="2325" b="1">
                <a:solidFill>
                  <a:srgbClr val="14766B"/>
                </a:solidFill>
                <a:latin typeface="Arial"/>
                <a:ea typeface="Arial"/>
                <a:cs typeface="Arial"/>
              </a:defRPr>
            </a:lvl2pPr>
            <a:lvl3pPr>
              <a:defRPr sz="2325" b="1">
                <a:solidFill>
                  <a:srgbClr val="14766B"/>
                </a:solidFill>
                <a:latin typeface="Arial"/>
                <a:ea typeface="Arial"/>
                <a:cs typeface="Arial"/>
              </a:defRPr>
            </a:lvl3pPr>
            <a:lvl4pPr>
              <a:defRPr sz="2325" b="1">
                <a:solidFill>
                  <a:srgbClr val="14766B"/>
                </a:solidFill>
                <a:latin typeface="Arial"/>
                <a:ea typeface="Arial"/>
                <a:cs typeface="Arial"/>
              </a:defRPr>
            </a:lvl4pPr>
            <a:lvl5pPr>
              <a:defRPr sz="2325" b="1">
                <a:solidFill>
                  <a:srgbClr val="14766B"/>
                </a:solidFill>
                <a:latin typeface="Arial"/>
                <a:ea typeface="Arial"/>
                <a:cs typeface="Arial"/>
              </a:defRPr>
            </a:lvl5pPr>
            <a:lvl6pPr>
              <a:defRPr sz="2325" b="1">
                <a:solidFill>
                  <a:srgbClr val="14766B"/>
                </a:solidFill>
                <a:latin typeface="Arial"/>
                <a:ea typeface="Arial"/>
                <a:cs typeface="Arial"/>
              </a:defRPr>
            </a:lvl6pPr>
            <a:lvl7pPr>
              <a:defRPr sz="2325" b="1">
                <a:solidFill>
                  <a:srgbClr val="14766B"/>
                </a:solidFill>
                <a:latin typeface="Arial"/>
                <a:ea typeface="Arial"/>
                <a:cs typeface="Arial"/>
              </a:defRPr>
            </a:lvl7pPr>
            <a:lvl8pPr>
              <a:defRPr sz="2325" b="1">
                <a:solidFill>
                  <a:srgbClr val="14766B"/>
                </a:solidFill>
                <a:latin typeface="Arial"/>
                <a:ea typeface="Arial"/>
                <a:cs typeface="Arial"/>
              </a:defRPr>
            </a:lvl8pPr>
            <a:lvl9pPr>
              <a:defRPr sz="2325" b="1">
                <a:solidFill>
                  <a:srgbClr val="14766B"/>
                </a:solidFill>
                <a:latin typeface="Arial"/>
                <a:ea typeface="Arial"/>
                <a:cs typeface="Arial"/>
              </a:defRPr>
            </a:lvl9pPr>
          </a:lstStyle>
          <a:p xmlns:a="http://schemas.openxmlformats.org/drawingml/2006/main">
            <a:pPr>
              <a:defRPr sz="2325" b="1">
                <a:solidFill>
                  <a:srgbClr val="14766B"/>
                </a:solidFill>
                <a:latin typeface="Arial"/>
                <a:ea typeface="Arial"/>
                <a:cs typeface="Arial"/>
              </a:defRPr>
            </a:pPr>
            <a:r>
              <a:rPr sz="2325" b="1">
                <a:solidFill>
                  <a:srgbClr val="14766B"/>
                </a:solidFill>
                <a:latin typeface="Arial"/>
                <a:ea typeface="Arial"/>
                <a:cs typeface="Arial"/>
              </a:rPr>
              <a:t>Requests PR #6963</a:t>
            </a:r>
          </a:p>
        </p:txBody>
      </p:sp>
      <p:sp>
        <p:nvSpPr>
          <p:cNvPr id="8" name="">
            <a:extLst xmlns:a="http://schemas.openxmlformats.org/drawingml/2006/main">
              <a:ext uri="{FF2B5EF4-FFF2-40B4-BE49-F238E27FC236}">
                <a16:creationId xmlns:a16="http://schemas.microsoft.com/office/drawing/2014/main" id="{F65DBA1C-A088-459B-9766-A63489C83113}"/>
              </a:ext>
            </a:extLst>
          </p:cNvPr>
          <p:cNvSpPr>
            <a:spLocks xmlns:a="http://schemas.openxmlformats.org/drawingml/2006/main" noGrp="1"/>
          </p:cNvSpPr>
          <p:nvPr/>
        </p:nvSpPr>
        <p:spPr>
          <a:xfrm xmlns:a="http://schemas.openxmlformats.org/drawingml/2006/main">
            <a:off x="8248650" y="2419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Credential handling fix</a:t>
            </a:r>
          </a:p>
        </p:txBody>
      </p:sp>
      <p:sp>
        <p:nvSpPr>
          <p:cNvPr id="9" name="">
            <a:extLst xmlns:a="http://schemas.openxmlformats.org/drawingml/2006/main">
              <a:ext uri="{FF2B5EF4-FFF2-40B4-BE49-F238E27FC236}">
                <a16:creationId xmlns:a16="http://schemas.microsoft.com/office/drawing/2014/main" id="{54D02879-28BE-4BED-8016-8AEDFEEA2CFA}"/>
              </a:ext>
            </a:extLst>
          </p:cNvPr>
          <p:cNvSpPr>
            <a:spLocks xmlns:a="http://schemas.openxmlformats.org/drawingml/2006/main" noGrp="1"/>
          </p:cNvSpPr>
          <p:nvPr/>
        </p:nvSpPr>
        <p:spPr>
          <a:xfrm xmlns:a="http://schemas.openxmlformats.org/drawingml/2006/main">
            <a:off x="609600" y="3752850"/>
            <a:ext cx="10953750" cy="11430"/>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A63061-9593-4A80-B12B-A693690612B8}"/>
              </a:ext>
            </a:extLst>
          </p:cNvPr>
          <p:cNvSpPr>
            <a:spLocks xmlns:a="http://schemas.openxmlformats.org/drawingml/2006/main" noGrp="1"/>
          </p:cNvSpPr>
          <p:nvPr/>
        </p:nvSpPr>
        <p:spPr>
          <a:xfrm xmlns:a="http://schemas.openxmlformats.org/drawingml/2006/main">
            <a:off x="609600" y="40576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3C36"/>
                </a:solidFill>
                <a:latin typeface="Arial"/>
                <a:ea typeface="Arial"/>
                <a:cs typeface="Arial"/>
              </a:defRPr>
            </a:defPPr>
            <a:lvl1pPr>
              <a:defRPr sz="2550" b="1">
                <a:solidFill>
                  <a:srgbClr val="163C36"/>
                </a:solidFill>
                <a:latin typeface="Arial"/>
                <a:ea typeface="Arial"/>
                <a:cs typeface="Arial"/>
              </a:defRPr>
            </a:lvl1pPr>
            <a:lvl2pPr>
              <a:defRPr sz="2550" b="1">
                <a:solidFill>
                  <a:srgbClr val="163C36"/>
                </a:solidFill>
                <a:latin typeface="Arial"/>
                <a:ea typeface="Arial"/>
                <a:cs typeface="Arial"/>
              </a:defRPr>
            </a:lvl2pPr>
            <a:lvl3pPr>
              <a:defRPr sz="2550" b="1">
                <a:solidFill>
                  <a:srgbClr val="163C36"/>
                </a:solidFill>
                <a:latin typeface="Arial"/>
                <a:ea typeface="Arial"/>
                <a:cs typeface="Arial"/>
              </a:defRPr>
            </a:lvl3pPr>
            <a:lvl4pPr>
              <a:defRPr sz="2550" b="1">
                <a:solidFill>
                  <a:srgbClr val="163C36"/>
                </a:solidFill>
                <a:latin typeface="Arial"/>
                <a:ea typeface="Arial"/>
                <a:cs typeface="Arial"/>
              </a:defRPr>
            </a:lvl4pPr>
            <a:lvl5pPr>
              <a:defRPr sz="2550" b="1">
                <a:solidFill>
                  <a:srgbClr val="163C36"/>
                </a:solidFill>
                <a:latin typeface="Arial"/>
                <a:ea typeface="Arial"/>
                <a:cs typeface="Arial"/>
              </a:defRPr>
            </a:lvl5pPr>
            <a:lvl6pPr>
              <a:defRPr sz="2550" b="1">
                <a:solidFill>
                  <a:srgbClr val="163C36"/>
                </a:solidFill>
                <a:latin typeface="Arial"/>
                <a:ea typeface="Arial"/>
                <a:cs typeface="Arial"/>
              </a:defRPr>
            </a:lvl6pPr>
            <a:lvl7pPr>
              <a:defRPr sz="2550" b="1">
                <a:solidFill>
                  <a:srgbClr val="163C36"/>
                </a:solidFill>
                <a:latin typeface="Arial"/>
                <a:ea typeface="Arial"/>
                <a:cs typeface="Arial"/>
              </a:defRPr>
            </a:lvl7pPr>
            <a:lvl8pPr>
              <a:defRPr sz="2550" b="1">
                <a:solidFill>
                  <a:srgbClr val="163C36"/>
                </a:solidFill>
                <a:latin typeface="Arial"/>
                <a:ea typeface="Arial"/>
                <a:cs typeface="Arial"/>
              </a:defRPr>
            </a:lvl8pPr>
            <a:lvl9pPr>
              <a:defRPr sz="2550" b="1">
                <a:solidFill>
                  <a:srgbClr val="163C36"/>
                </a:solidFill>
                <a:latin typeface="Arial"/>
                <a:ea typeface="Arial"/>
                <a:cs typeface="Arial"/>
              </a:defRPr>
            </a:lvl9pPr>
          </a:lstStyle>
          <a:p xmlns:a="http://schemas.openxmlformats.org/drawingml/2006/main">
            <a:pPr>
              <a:defRPr sz="2550" b="1">
                <a:solidFill>
                  <a:srgbClr val="163C36"/>
                </a:solidFill>
                <a:latin typeface="Arial"/>
                <a:ea typeface="Arial"/>
                <a:cs typeface="Arial"/>
              </a:defRPr>
            </a:pPr>
            <a:r>
              <a:rPr sz="2550" b="1">
                <a:solidFill>
                  <a:srgbClr val="163C36"/>
                </a:solidFill>
                <a:latin typeface="Arial"/>
                <a:ea typeface="Arial"/>
                <a:cs typeface="Arial"/>
              </a:rPr>
              <a:t>A home-directory error path and its regression test</a:t>
            </a:r>
          </a:p>
        </p:txBody>
      </p:sp>
      <p:sp>
        <p:nvSpPr>
          <p:cNvPr id="11" name="">
            <a:extLst xmlns:a="http://schemas.openxmlformats.org/drawingml/2006/main">
              <a:ext uri="{FF2B5EF4-FFF2-40B4-BE49-F238E27FC236}">
                <a16:creationId xmlns:a16="http://schemas.microsoft.com/office/drawing/2014/main" id="{A096E3C0-4766-4978-9B4D-27505DBCFB18}"/>
              </a:ext>
            </a:extLst>
          </p:cNvPr>
          <p:cNvSpPr>
            <a:spLocks xmlns:a="http://schemas.openxmlformats.org/drawingml/2006/main" noGrp="1"/>
          </p:cNvSpPr>
          <p:nvPr/>
        </p:nvSpPr>
        <p:spPr>
          <a:xfrm xmlns:a="http://schemas.openxmlformats.org/drawingml/2006/main">
            <a:off x="609600" y="48577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D68"/>
                </a:solidFill>
                <a:latin typeface="Arial"/>
                <a:ea typeface="Arial"/>
                <a:cs typeface="Arial"/>
              </a:defRPr>
            </a:defPPr>
            <a:lvl1pPr>
              <a:defRPr sz="2250" b="0">
                <a:solidFill>
                  <a:srgbClr val="526D68"/>
                </a:solidFill>
                <a:latin typeface="Arial"/>
                <a:ea typeface="Arial"/>
                <a:cs typeface="Arial"/>
              </a:defRPr>
            </a:lvl1pPr>
            <a:lvl2pPr>
              <a:defRPr sz="2250" b="0">
                <a:solidFill>
                  <a:srgbClr val="526D68"/>
                </a:solidFill>
                <a:latin typeface="Arial"/>
                <a:ea typeface="Arial"/>
                <a:cs typeface="Arial"/>
              </a:defRPr>
            </a:lvl2pPr>
            <a:lvl3pPr>
              <a:defRPr sz="2250" b="0">
                <a:solidFill>
                  <a:srgbClr val="526D68"/>
                </a:solidFill>
                <a:latin typeface="Arial"/>
                <a:ea typeface="Arial"/>
                <a:cs typeface="Arial"/>
              </a:defRPr>
            </a:lvl3pPr>
            <a:lvl4pPr>
              <a:defRPr sz="2250" b="0">
                <a:solidFill>
                  <a:srgbClr val="526D68"/>
                </a:solidFill>
                <a:latin typeface="Arial"/>
                <a:ea typeface="Arial"/>
                <a:cs typeface="Arial"/>
              </a:defRPr>
            </a:lvl4pPr>
            <a:lvl5pPr>
              <a:defRPr sz="2250" b="0">
                <a:solidFill>
                  <a:srgbClr val="526D68"/>
                </a:solidFill>
                <a:latin typeface="Arial"/>
                <a:ea typeface="Arial"/>
                <a:cs typeface="Arial"/>
              </a:defRPr>
            </a:lvl5pPr>
            <a:lvl6pPr>
              <a:defRPr sz="2250" b="0">
                <a:solidFill>
                  <a:srgbClr val="526D68"/>
                </a:solidFill>
                <a:latin typeface="Arial"/>
                <a:ea typeface="Arial"/>
                <a:cs typeface="Arial"/>
              </a:defRPr>
            </a:lvl6pPr>
            <a:lvl7pPr>
              <a:defRPr sz="2250" b="0">
                <a:solidFill>
                  <a:srgbClr val="526D68"/>
                </a:solidFill>
                <a:latin typeface="Arial"/>
                <a:ea typeface="Arial"/>
                <a:cs typeface="Arial"/>
              </a:defRPr>
            </a:lvl7pPr>
            <a:lvl8pPr>
              <a:defRPr sz="2250" b="0">
                <a:solidFill>
                  <a:srgbClr val="526D68"/>
                </a:solidFill>
                <a:latin typeface="Arial"/>
                <a:ea typeface="Arial"/>
                <a:cs typeface="Arial"/>
              </a:defRPr>
            </a:lvl8pPr>
            <a:lvl9pPr>
              <a:defRPr sz="2250" b="0">
                <a:solidFill>
                  <a:srgbClr val="526D68"/>
                </a:solidFill>
                <a:latin typeface="Arial"/>
                <a:ea typeface="Arial"/>
                <a:cs typeface="Arial"/>
              </a:defRPr>
            </a:lvl9pPr>
          </a:lstStyle>
          <a:p xmlns:a="http://schemas.openxmlformats.org/drawingml/2006/main">
            <a:pPr>
              <a:defRPr sz="2250" b="0">
                <a:solidFill>
                  <a:srgbClr val="526D68"/>
                </a:solidFill>
                <a:latin typeface="Arial"/>
                <a:ea typeface="Arial"/>
                <a:cs typeface="Arial"/>
              </a:defRPr>
            </a:pPr>
            <a:r>
              <a:rPr sz="2250" b="0">
                <a:solidFill>
                  <a:srgbClr val="526D68"/>
                </a:solidFill>
                <a:latin typeface="Arial"/>
                <a:ea typeface="Arial"/>
                <a:cs typeface="Arial"/>
              </a:rPr>
              <a:t>All three specialists completed. The selected run reported no warnings.</a:t>
            </a:r>
          </a:p>
        </p:txBody>
      </p:sp>
      <p:sp>
        <p:nvSpPr>
          <p:cNvPr id="12" name="">
            <a:extLst xmlns:a="http://schemas.openxmlformats.org/drawingml/2006/main">
              <a:ext uri="{FF2B5EF4-FFF2-40B4-BE49-F238E27FC236}">
                <a16:creationId xmlns:a16="http://schemas.microsoft.com/office/drawing/2014/main" id="{883A4D2C-4CF3-47E5-A3E9-7BA4DC7DB5BA}"/>
              </a:ext>
            </a:extLst>
          </p:cNvPr>
          <p:cNvSpPr>
            <a:spLocks xmlns:a="http://schemas.openxmlformats.org/drawingml/2006/main" noGrp="1"/>
          </p:cNvSpPr>
          <p:nvPr/>
        </p:nvSpPr>
        <p:spPr>
          <a:xfrm xmlns:a="http://schemas.openxmlformats.org/drawingml/2006/main">
            <a:off x="609600" y="57721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4766B"/>
                </a:solidFill>
                <a:latin typeface="Arial"/>
                <a:ea typeface="Arial"/>
                <a:cs typeface="Arial"/>
              </a:defRPr>
            </a:defPPr>
            <a:lvl1pPr>
              <a:defRPr sz="1725" b="0">
                <a:solidFill>
                  <a:srgbClr val="14766B"/>
                </a:solidFill>
                <a:latin typeface="Arial"/>
                <a:ea typeface="Arial"/>
                <a:cs typeface="Arial"/>
              </a:defRPr>
            </a:lvl1pPr>
            <a:lvl2pPr>
              <a:defRPr sz="1725" b="0">
                <a:solidFill>
                  <a:srgbClr val="14766B"/>
                </a:solidFill>
                <a:latin typeface="Arial"/>
                <a:ea typeface="Arial"/>
                <a:cs typeface="Arial"/>
              </a:defRPr>
            </a:lvl2pPr>
            <a:lvl3pPr>
              <a:defRPr sz="1725" b="0">
                <a:solidFill>
                  <a:srgbClr val="14766B"/>
                </a:solidFill>
                <a:latin typeface="Arial"/>
                <a:ea typeface="Arial"/>
                <a:cs typeface="Arial"/>
              </a:defRPr>
            </a:lvl3pPr>
            <a:lvl4pPr>
              <a:defRPr sz="1725" b="0">
                <a:solidFill>
                  <a:srgbClr val="14766B"/>
                </a:solidFill>
                <a:latin typeface="Arial"/>
                <a:ea typeface="Arial"/>
                <a:cs typeface="Arial"/>
              </a:defRPr>
            </a:lvl4pPr>
            <a:lvl5pPr>
              <a:defRPr sz="1725" b="0">
                <a:solidFill>
                  <a:srgbClr val="14766B"/>
                </a:solidFill>
                <a:latin typeface="Arial"/>
                <a:ea typeface="Arial"/>
                <a:cs typeface="Arial"/>
              </a:defRPr>
            </a:lvl5pPr>
            <a:lvl6pPr>
              <a:defRPr sz="1725" b="0">
                <a:solidFill>
                  <a:srgbClr val="14766B"/>
                </a:solidFill>
                <a:latin typeface="Arial"/>
                <a:ea typeface="Arial"/>
                <a:cs typeface="Arial"/>
              </a:defRPr>
            </a:lvl6pPr>
            <a:lvl7pPr>
              <a:defRPr sz="1725" b="0">
                <a:solidFill>
                  <a:srgbClr val="14766B"/>
                </a:solidFill>
                <a:latin typeface="Arial"/>
                <a:ea typeface="Arial"/>
                <a:cs typeface="Arial"/>
              </a:defRPr>
            </a:lvl7pPr>
            <a:lvl8pPr>
              <a:defRPr sz="1725" b="0">
                <a:solidFill>
                  <a:srgbClr val="14766B"/>
                </a:solidFill>
                <a:latin typeface="Arial"/>
                <a:ea typeface="Arial"/>
                <a:cs typeface="Arial"/>
              </a:defRPr>
            </a:lvl8pPr>
            <a:lvl9pPr>
              <a:defRPr sz="1725" b="0">
                <a:solidFill>
                  <a:srgbClr val="14766B"/>
                </a:solidFill>
                <a:latin typeface="Arial"/>
                <a:ea typeface="Arial"/>
                <a:cs typeface="Arial"/>
              </a:defRPr>
            </a:lvl9pPr>
          </a:lstStyle>
          <a:p xmlns:a="http://schemas.openxmlformats.org/drawingml/2006/main">
            <a:pPr>
              <a:defRPr sz="1725" b="0">
                <a:solidFill>
                  <a:srgbClr val="14766B"/>
                </a:solidFill>
                <a:latin typeface="Arial"/>
                <a:ea typeface="Arial"/>
                <a:cs typeface="Arial"/>
              </a:defRPr>
            </a:pPr>
            <a:r>
              <a:rPr sz="1725" b="0">
                <a:solidFill>
                  <a:srgbClr val="14766B"/>
                </a:solidFill>
                <a:latin typeface="Arial"/>
                <a:ea typeface="Arial"/>
                <a:cs typeface="Arial"/>
                <a:hlinkClick xmlns:r="http://schemas.openxmlformats.org/officeDocument/2006/relationships" r:id="R49d42020a335495c"/>
              </a:rPr>
              <a:t>Open sample 2 report</a:t>
            </a:r>
          </a:p>
        </p:txBody>
      </p:sp>
    </p:spTree>
    <p:extLst>
      <p:ext uri="{BB962C8B-B14F-4D97-AF65-F5344CB8AC3E}">
        <p14:creationId xmlns:p14="http://schemas.microsoft.com/office/powerpoint/2010/main" val="950319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85A606-D50C-4AC8-8EDD-40FEFB86F1DE}"/>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Sample 3   File wrapper detection</a:t>
            </a:r>
          </a:p>
        </p:txBody>
      </p:sp>
      <p:sp>
        <p:nvSpPr>
          <p:cNvPr id="2" name="">
            <a:extLst xmlns:a="http://schemas.openxmlformats.org/drawingml/2006/main">
              <a:ext uri="{FF2B5EF4-FFF2-40B4-BE49-F238E27FC236}">
                <a16:creationId xmlns:a16="http://schemas.microsoft.com/office/drawing/2014/main" id="{BAC4A8B8-EF32-4FDC-B373-01381EDA72F4}"/>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2:10–2:40    5 / 9</a:t>
            </a:r>
          </a:p>
        </p:txBody>
      </p:sp>
      <p:sp>
        <p:nvSpPr>
          <p:cNvPr id="3" name="">
            <a:extLst xmlns:a="http://schemas.openxmlformats.org/drawingml/2006/main">
              <a:ext uri="{FF2B5EF4-FFF2-40B4-BE49-F238E27FC236}">
                <a16:creationId xmlns:a16="http://schemas.microsoft.com/office/drawing/2014/main" id="{7157E922-8CF3-41C9-873D-F32A03550CBC}"/>
              </a:ext>
            </a:extLst>
          </p:cNvPr>
          <p:cNvSpPr>
            <a:spLocks xmlns:a="http://schemas.openxmlformats.org/drawingml/2006/main" noGrp="1"/>
          </p:cNvSpPr>
          <p:nvPr/>
        </p:nvSpPr>
        <p:spPr>
          <a:xfrm xmlns:a="http://schemas.openxmlformats.org/drawingml/2006/main">
            <a:off x="609600" y="1619250"/>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607E6A80-282C-4249-8B08-2C895C5BBF15}"/>
              </a:ext>
            </a:extLst>
          </p:cNvPr>
          <p:cNvSpPr>
            <a:spLocks xmlns:a="http://schemas.openxmlformats.org/drawingml/2006/main" noGrp="1"/>
          </p:cNvSpPr>
          <p:nvPr/>
        </p:nvSpPr>
        <p:spPr>
          <a:xfrm xmlns:a="http://schemas.openxmlformats.org/drawingml/2006/main">
            <a:off x="609600" y="26479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model calls</a:t>
            </a:r>
          </a:p>
        </p:txBody>
      </p:sp>
      <p:sp>
        <p:nvSpPr>
          <p:cNvPr id="5" name="">
            <a:extLst xmlns:a="http://schemas.openxmlformats.org/drawingml/2006/main">
              <a:ext uri="{FF2B5EF4-FFF2-40B4-BE49-F238E27FC236}">
                <a16:creationId xmlns:a16="http://schemas.microsoft.com/office/drawing/2014/main" id="{949D1316-9478-4FD5-AFE8-A44183C8F222}"/>
              </a:ext>
            </a:extLst>
          </p:cNvPr>
          <p:cNvSpPr>
            <a:spLocks xmlns:a="http://schemas.openxmlformats.org/drawingml/2006/main" noGrp="1"/>
          </p:cNvSpPr>
          <p:nvPr/>
        </p:nvSpPr>
        <p:spPr>
          <a:xfrm xmlns:a="http://schemas.openxmlformats.org/drawingml/2006/main">
            <a:off x="4457700" y="1619250"/>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0</a:t>
            </a:r>
          </a:p>
        </p:txBody>
      </p:sp>
      <p:sp>
        <p:nvSpPr>
          <p:cNvPr id="6" name="">
            <a:extLst xmlns:a="http://schemas.openxmlformats.org/drawingml/2006/main">
              <a:ext uri="{FF2B5EF4-FFF2-40B4-BE49-F238E27FC236}">
                <a16:creationId xmlns:a16="http://schemas.microsoft.com/office/drawing/2014/main" id="{6BCDD217-103F-469D-8621-3BFDA8E3E548}"/>
              </a:ext>
            </a:extLst>
          </p:cNvPr>
          <p:cNvSpPr>
            <a:spLocks xmlns:a="http://schemas.openxmlformats.org/drawingml/2006/main" noGrp="1"/>
          </p:cNvSpPr>
          <p:nvPr/>
        </p:nvSpPr>
        <p:spPr>
          <a:xfrm xmlns:a="http://schemas.openxmlformats.org/drawingml/2006/main">
            <a:off x="4457700" y="26479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proposed findings</a:t>
            </a:r>
          </a:p>
        </p:txBody>
      </p:sp>
      <p:sp>
        <p:nvSpPr>
          <p:cNvPr id="7" name="">
            <a:extLst xmlns:a="http://schemas.openxmlformats.org/drawingml/2006/main">
              <a:ext uri="{FF2B5EF4-FFF2-40B4-BE49-F238E27FC236}">
                <a16:creationId xmlns:a16="http://schemas.microsoft.com/office/drawing/2014/main" id="{9FDE9A62-7B3D-47FB-9DE7-2516B3FF7CB8}"/>
              </a:ext>
            </a:extLst>
          </p:cNvPr>
          <p:cNvSpPr>
            <a:spLocks xmlns:a="http://schemas.openxmlformats.org/drawingml/2006/main" noGrp="1"/>
          </p:cNvSpPr>
          <p:nvPr/>
        </p:nvSpPr>
        <p:spPr>
          <a:xfrm xmlns:a="http://schemas.openxmlformats.org/drawingml/2006/main">
            <a:off x="8248650" y="17907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766B"/>
                </a:solidFill>
                <a:latin typeface="Arial"/>
                <a:ea typeface="Arial"/>
                <a:cs typeface="Arial"/>
              </a:defRPr>
            </a:defPPr>
            <a:lvl1pPr>
              <a:defRPr sz="2325" b="1">
                <a:solidFill>
                  <a:srgbClr val="14766B"/>
                </a:solidFill>
                <a:latin typeface="Arial"/>
                <a:ea typeface="Arial"/>
                <a:cs typeface="Arial"/>
              </a:defRPr>
            </a:lvl1pPr>
            <a:lvl2pPr>
              <a:defRPr sz="2325" b="1">
                <a:solidFill>
                  <a:srgbClr val="14766B"/>
                </a:solidFill>
                <a:latin typeface="Arial"/>
                <a:ea typeface="Arial"/>
                <a:cs typeface="Arial"/>
              </a:defRPr>
            </a:lvl2pPr>
            <a:lvl3pPr>
              <a:defRPr sz="2325" b="1">
                <a:solidFill>
                  <a:srgbClr val="14766B"/>
                </a:solidFill>
                <a:latin typeface="Arial"/>
                <a:ea typeface="Arial"/>
                <a:cs typeface="Arial"/>
              </a:defRPr>
            </a:lvl3pPr>
            <a:lvl4pPr>
              <a:defRPr sz="2325" b="1">
                <a:solidFill>
                  <a:srgbClr val="14766B"/>
                </a:solidFill>
                <a:latin typeface="Arial"/>
                <a:ea typeface="Arial"/>
                <a:cs typeface="Arial"/>
              </a:defRPr>
            </a:lvl4pPr>
            <a:lvl5pPr>
              <a:defRPr sz="2325" b="1">
                <a:solidFill>
                  <a:srgbClr val="14766B"/>
                </a:solidFill>
                <a:latin typeface="Arial"/>
                <a:ea typeface="Arial"/>
                <a:cs typeface="Arial"/>
              </a:defRPr>
            </a:lvl5pPr>
            <a:lvl6pPr>
              <a:defRPr sz="2325" b="1">
                <a:solidFill>
                  <a:srgbClr val="14766B"/>
                </a:solidFill>
                <a:latin typeface="Arial"/>
                <a:ea typeface="Arial"/>
                <a:cs typeface="Arial"/>
              </a:defRPr>
            </a:lvl6pPr>
            <a:lvl7pPr>
              <a:defRPr sz="2325" b="1">
                <a:solidFill>
                  <a:srgbClr val="14766B"/>
                </a:solidFill>
                <a:latin typeface="Arial"/>
                <a:ea typeface="Arial"/>
                <a:cs typeface="Arial"/>
              </a:defRPr>
            </a:lvl7pPr>
            <a:lvl8pPr>
              <a:defRPr sz="2325" b="1">
                <a:solidFill>
                  <a:srgbClr val="14766B"/>
                </a:solidFill>
                <a:latin typeface="Arial"/>
                <a:ea typeface="Arial"/>
                <a:cs typeface="Arial"/>
              </a:defRPr>
            </a:lvl8pPr>
            <a:lvl9pPr>
              <a:defRPr sz="2325" b="1">
                <a:solidFill>
                  <a:srgbClr val="14766B"/>
                </a:solidFill>
                <a:latin typeface="Arial"/>
                <a:ea typeface="Arial"/>
                <a:cs typeface="Arial"/>
              </a:defRPr>
            </a:lvl9pPr>
          </a:lstStyle>
          <a:p xmlns:a="http://schemas.openxmlformats.org/drawingml/2006/main">
            <a:pPr>
              <a:defRPr sz="2325" b="1">
                <a:solidFill>
                  <a:srgbClr val="14766B"/>
                </a:solidFill>
                <a:latin typeface="Arial"/>
                <a:ea typeface="Arial"/>
                <a:cs typeface="Arial"/>
              </a:defRPr>
            </a:pPr>
            <a:r>
              <a:rPr sz="2325" b="1">
                <a:solidFill>
                  <a:srgbClr val="14766B"/>
                </a:solidFill>
                <a:latin typeface="Arial"/>
                <a:ea typeface="Arial"/>
                <a:cs typeface="Arial"/>
              </a:rPr>
              <a:t>Requests PR #7502</a:t>
            </a:r>
          </a:p>
        </p:txBody>
      </p:sp>
      <p:sp>
        <p:nvSpPr>
          <p:cNvPr id="8" name="">
            <a:extLst xmlns:a="http://schemas.openxmlformats.org/drawingml/2006/main">
              <a:ext uri="{FF2B5EF4-FFF2-40B4-BE49-F238E27FC236}">
                <a16:creationId xmlns:a16="http://schemas.microsoft.com/office/drawing/2014/main" id="{06EA830A-32EA-4114-8EB0-780516A36F62}"/>
              </a:ext>
            </a:extLst>
          </p:cNvPr>
          <p:cNvSpPr>
            <a:spLocks xmlns:a="http://schemas.openxmlformats.org/drawingml/2006/main" noGrp="1"/>
          </p:cNvSpPr>
          <p:nvPr/>
        </p:nvSpPr>
        <p:spPr>
          <a:xfrm xmlns:a="http://schemas.openxmlformats.org/drawingml/2006/main">
            <a:off x="8248650" y="2419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Dynamic file wrappers</a:t>
            </a:r>
          </a:p>
        </p:txBody>
      </p:sp>
      <p:sp>
        <p:nvSpPr>
          <p:cNvPr id="9" name="">
            <a:extLst xmlns:a="http://schemas.openxmlformats.org/drawingml/2006/main">
              <a:ext uri="{FF2B5EF4-FFF2-40B4-BE49-F238E27FC236}">
                <a16:creationId xmlns:a16="http://schemas.microsoft.com/office/drawing/2014/main" id="{79218D68-6B91-47EA-A535-F18D4F6BB4E7}"/>
              </a:ext>
            </a:extLst>
          </p:cNvPr>
          <p:cNvSpPr>
            <a:spLocks xmlns:a="http://schemas.openxmlformats.org/drawingml/2006/main" noGrp="1"/>
          </p:cNvSpPr>
          <p:nvPr/>
        </p:nvSpPr>
        <p:spPr>
          <a:xfrm xmlns:a="http://schemas.openxmlformats.org/drawingml/2006/main">
            <a:off x="609600" y="3752850"/>
            <a:ext cx="10953750" cy="11430"/>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2D25A5-A845-4500-893C-4D8A1E192822}"/>
              </a:ext>
            </a:extLst>
          </p:cNvPr>
          <p:cNvSpPr>
            <a:spLocks xmlns:a="http://schemas.openxmlformats.org/drawingml/2006/main" noGrp="1"/>
          </p:cNvSpPr>
          <p:nvPr/>
        </p:nvSpPr>
        <p:spPr>
          <a:xfrm xmlns:a="http://schemas.openxmlformats.org/drawingml/2006/main">
            <a:off x="609600" y="40576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63C36"/>
                </a:solidFill>
                <a:latin typeface="Arial"/>
                <a:ea typeface="Arial"/>
                <a:cs typeface="Arial"/>
              </a:defRPr>
            </a:defPPr>
            <a:lvl1pPr>
              <a:defRPr sz="2400" b="1">
                <a:solidFill>
                  <a:srgbClr val="163C36"/>
                </a:solidFill>
                <a:latin typeface="Arial"/>
                <a:ea typeface="Arial"/>
                <a:cs typeface="Arial"/>
              </a:defRPr>
            </a:lvl1pPr>
            <a:lvl2pPr>
              <a:defRPr sz="2400" b="1">
                <a:solidFill>
                  <a:srgbClr val="163C36"/>
                </a:solidFill>
                <a:latin typeface="Arial"/>
                <a:ea typeface="Arial"/>
                <a:cs typeface="Arial"/>
              </a:defRPr>
            </a:lvl2pPr>
            <a:lvl3pPr>
              <a:defRPr sz="2400" b="1">
                <a:solidFill>
                  <a:srgbClr val="163C36"/>
                </a:solidFill>
                <a:latin typeface="Arial"/>
                <a:ea typeface="Arial"/>
                <a:cs typeface="Arial"/>
              </a:defRPr>
            </a:lvl3pPr>
            <a:lvl4pPr>
              <a:defRPr sz="2400" b="1">
                <a:solidFill>
                  <a:srgbClr val="163C36"/>
                </a:solidFill>
                <a:latin typeface="Arial"/>
                <a:ea typeface="Arial"/>
                <a:cs typeface="Arial"/>
              </a:defRPr>
            </a:lvl4pPr>
            <a:lvl5pPr>
              <a:defRPr sz="2400" b="1">
                <a:solidFill>
                  <a:srgbClr val="163C36"/>
                </a:solidFill>
                <a:latin typeface="Arial"/>
                <a:ea typeface="Arial"/>
                <a:cs typeface="Arial"/>
              </a:defRPr>
            </a:lvl5pPr>
            <a:lvl6pPr>
              <a:defRPr sz="2400" b="1">
                <a:solidFill>
                  <a:srgbClr val="163C36"/>
                </a:solidFill>
                <a:latin typeface="Arial"/>
                <a:ea typeface="Arial"/>
                <a:cs typeface="Arial"/>
              </a:defRPr>
            </a:lvl6pPr>
            <a:lvl7pPr>
              <a:defRPr sz="2400" b="1">
                <a:solidFill>
                  <a:srgbClr val="163C36"/>
                </a:solidFill>
                <a:latin typeface="Arial"/>
                <a:ea typeface="Arial"/>
                <a:cs typeface="Arial"/>
              </a:defRPr>
            </a:lvl7pPr>
            <a:lvl8pPr>
              <a:defRPr sz="2400" b="1">
                <a:solidFill>
                  <a:srgbClr val="163C36"/>
                </a:solidFill>
                <a:latin typeface="Arial"/>
                <a:ea typeface="Arial"/>
                <a:cs typeface="Arial"/>
              </a:defRPr>
            </a:lvl8pPr>
            <a:lvl9pPr>
              <a:defRPr sz="2400" b="1">
                <a:solidFill>
                  <a:srgbClr val="163C36"/>
                </a:solidFill>
                <a:latin typeface="Arial"/>
                <a:ea typeface="Arial"/>
                <a:cs typeface="Arial"/>
              </a:defRPr>
            </a:lvl9pPr>
          </a:lstStyle>
          <a:p xmlns:a="http://schemas.openxmlformats.org/drawingml/2006/main">
            <a:pPr>
              <a:defRPr sz="2400" b="1">
                <a:solidFill>
                  <a:srgbClr val="163C36"/>
                </a:solidFill>
                <a:latin typeface="Arial"/>
                <a:ea typeface="Arial"/>
                <a:cs typeface="Arial"/>
              </a:defRPr>
            </a:pPr>
            <a:r>
              <a:rPr sz="2400" b="1">
                <a:solidFill>
                  <a:srgbClr val="163C36"/>
                </a:solidFill>
                <a:latin typeface="Arial"/>
                <a:ea typeface="Arial"/>
                <a:cs typeface="Arial"/>
              </a:rPr>
              <a:t>The large changed test file was accessible after the fix.</a:t>
            </a:r>
          </a:p>
        </p:txBody>
      </p:sp>
      <p:sp>
        <p:nvSpPr>
          <p:cNvPr id="11" name="">
            <a:extLst xmlns:a="http://schemas.openxmlformats.org/drawingml/2006/main">
              <a:ext uri="{FF2B5EF4-FFF2-40B4-BE49-F238E27FC236}">
                <a16:creationId xmlns:a16="http://schemas.microsoft.com/office/drawing/2014/main" id="{2AA156EB-DF31-402B-B92E-11B3B51B72DD}"/>
              </a:ext>
            </a:extLst>
          </p:cNvPr>
          <p:cNvSpPr>
            <a:spLocks xmlns:a="http://schemas.openxmlformats.org/drawingml/2006/main" noGrp="1"/>
          </p:cNvSpPr>
          <p:nvPr/>
        </p:nvSpPr>
        <p:spPr>
          <a:xfrm xmlns:a="http://schemas.openxmlformats.org/drawingml/2006/main">
            <a:off x="609600" y="48196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D68"/>
                </a:solidFill>
                <a:latin typeface="Arial"/>
                <a:ea typeface="Arial"/>
                <a:cs typeface="Arial"/>
              </a:defRPr>
            </a:defPPr>
            <a:lvl1pPr>
              <a:defRPr sz="2250" b="0">
                <a:solidFill>
                  <a:srgbClr val="526D68"/>
                </a:solidFill>
                <a:latin typeface="Arial"/>
                <a:ea typeface="Arial"/>
                <a:cs typeface="Arial"/>
              </a:defRPr>
            </a:lvl1pPr>
            <a:lvl2pPr>
              <a:defRPr sz="2250" b="0">
                <a:solidFill>
                  <a:srgbClr val="526D68"/>
                </a:solidFill>
                <a:latin typeface="Arial"/>
                <a:ea typeface="Arial"/>
                <a:cs typeface="Arial"/>
              </a:defRPr>
            </a:lvl2pPr>
            <a:lvl3pPr>
              <a:defRPr sz="2250" b="0">
                <a:solidFill>
                  <a:srgbClr val="526D68"/>
                </a:solidFill>
                <a:latin typeface="Arial"/>
                <a:ea typeface="Arial"/>
                <a:cs typeface="Arial"/>
              </a:defRPr>
            </a:lvl3pPr>
            <a:lvl4pPr>
              <a:defRPr sz="2250" b="0">
                <a:solidFill>
                  <a:srgbClr val="526D68"/>
                </a:solidFill>
                <a:latin typeface="Arial"/>
                <a:ea typeface="Arial"/>
                <a:cs typeface="Arial"/>
              </a:defRPr>
            </a:lvl4pPr>
            <a:lvl5pPr>
              <a:defRPr sz="2250" b="0">
                <a:solidFill>
                  <a:srgbClr val="526D68"/>
                </a:solidFill>
                <a:latin typeface="Arial"/>
                <a:ea typeface="Arial"/>
                <a:cs typeface="Arial"/>
              </a:defRPr>
            </a:lvl5pPr>
            <a:lvl6pPr>
              <a:defRPr sz="2250" b="0">
                <a:solidFill>
                  <a:srgbClr val="526D68"/>
                </a:solidFill>
                <a:latin typeface="Arial"/>
                <a:ea typeface="Arial"/>
                <a:cs typeface="Arial"/>
              </a:defRPr>
            </a:lvl6pPr>
            <a:lvl7pPr>
              <a:defRPr sz="2250" b="0">
                <a:solidFill>
                  <a:srgbClr val="526D68"/>
                </a:solidFill>
                <a:latin typeface="Arial"/>
                <a:ea typeface="Arial"/>
                <a:cs typeface="Arial"/>
              </a:defRPr>
            </a:lvl7pPr>
            <a:lvl8pPr>
              <a:defRPr sz="2250" b="0">
                <a:solidFill>
                  <a:srgbClr val="526D68"/>
                </a:solidFill>
                <a:latin typeface="Arial"/>
                <a:ea typeface="Arial"/>
                <a:cs typeface="Arial"/>
              </a:defRPr>
            </a:lvl8pPr>
            <a:lvl9pPr>
              <a:defRPr sz="2250" b="0">
                <a:solidFill>
                  <a:srgbClr val="526D68"/>
                </a:solidFill>
                <a:latin typeface="Arial"/>
                <a:ea typeface="Arial"/>
                <a:cs typeface="Arial"/>
              </a:defRPr>
            </a:lvl9pPr>
          </a:lstStyle>
          <a:p xmlns:a="http://schemas.openxmlformats.org/drawingml/2006/main">
            <a:pPr>
              <a:defRPr sz="2250" b="0">
                <a:solidFill>
                  <a:srgbClr val="526D68"/>
                </a:solidFill>
                <a:latin typeface="Arial"/>
                <a:ea typeface="Arial"/>
                <a:cs typeface="Arial"/>
              </a:defRPr>
            </a:pPr>
            <a:r>
              <a:rPr sz="2250" b="0">
                <a:solidFill>
                  <a:srgbClr val="526D68"/>
                </a:solidFill>
                <a:latin typeface="Arial"/>
                <a:ea typeface="Arial"/>
                <a:cs typeface="Arial"/>
              </a:rPr>
              <a:t>Remaining limits: bounded directory searches and a context-file cap.</a:t>
            </a:r>
          </a:p>
        </p:txBody>
      </p:sp>
      <p:sp>
        <p:nvSpPr>
          <p:cNvPr id="12" name="">
            <a:extLst xmlns:a="http://schemas.openxmlformats.org/drawingml/2006/main">
              <a:ext uri="{FF2B5EF4-FFF2-40B4-BE49-F238E27FC236}">
                <a16:creationId xmlns:a16="http://schemas.microsoft.com/office/drawing/2014/main" id="{045F91AC-2E93-4323-90C4-C69B1BF141C7}"/>
              </a:ext>
            </a:extLst>
          </p:cNvPr>
          <p:cNvSpPr>
            <a:spLocks xmlns:a="http://schemas.openxmlformats.org/drawingml/2006/main" noGrp="1"/>
          </p:cNvSpPr>
          <p:nvPr/>
        </p:nvSpPr>
        <p:spPr>
          <a:xfrm xmlns:a="http://schemas.openxmlformats.org/drawingml/2006/main">
            <a:off x="609600" y="57721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4766B"/>
                </a:solidFill>
                <a:latin typeface="Arial"/>
                <a:ea typeface="Arial"/>
                <a:cs typeface="Arial"/>
              </a:defRPr>
            </a:defPPr>
            <a:lvl1pPr>
              <a:defRPr sz="1725" b="0">
                <a:solidFill>
                  <a:srgbClr val="14766B"/>
                </a:solidFill>
                <a:latin typeface="Arial"/>
                <a:ea typeface="Arial"/>
                <a:cs typeface="Arial"/>
              </a:defRPr>
            </a:lvl1pPr>
            <a:lvl2pPr>
              <a:defRPr sz="1725" b="0">
                <a:solidFill>
                  <a:srgbClr val="14766B"/>
                </a:solidFill>
                <a:latin typeface="Arial"/>
                <a:ea typeface="Arial"/>
                <a:cs typeface="Arial"/>
              </a:defRPr>
            </a:lvl2pPr>
            <a:lvl3pPr>
              <a:defRPr sz="1725" b="0">
                <a:solidFill>
                  <a:srgbClr val="14766B"/>
                </a:solidFill>
                <a:latin typeface="Arial"/>
                <a:ea typeface="Arial"/>
                <a:cs typeface="Arial"/>
              </a:defRPr>
            </a:lvl3pPr>
            <a:lvl4pPr>
              <a:defRPr sz="1725" b="0">
                <a:solidFill>
                  <a:srgbClr val="14766B"/>
                </a:solidFill>
                <a:latin typeface="Arial"/>
                <a:ea typeface="Arial"/>
                <a:cs typeface="Arial"/>
              </a:defRPr>
            </a:lvl4pPr>
            <a:lvl5pPr>
              <a:defRPr sz="1725" b="0">
                <a:solidFill>
                  <a:srgbClr val="14766B"/>
                </a:solidFill>
                <a:latin typeface="Arial"/>
                <a:ea typeface="Arial"/>
                <a:cs typeface="Arial"/>
              </a:defRPr>
            </a:lvl5pPr>
            <a:lvl6pPr>
              <a:defRPr sz="1725" b="0">
                <a:solidFill>
                  <a:srgbClr val="14766B"/>
                </a:solidFill>
                <a:latin typeface="Arial"/>
                <a:ea typeface="Arial"/>
                <a:cs typeface="Arial"/>
              </a:defRPr>
            </a:lvl6pPr>
            <a:lvl7pPr>
              <a:defRPr sz="1725" b="0">
                <a:solidFill>
                  <a:srgbClr val="14766B"/>
                </a:solidFill>
                <a:latin typeface="Arial"/>
                <a:ea typeface="Arial"/>
                <a:cs typeface="Arial"/>
              </a:defRPr>
            </a:lvl7pPr>
            <a:lvl8pPr>
              <a:defRPr sz="1725" b="0">
                <a:solidFill>
                  <a:srgbClr val="14766B"/>
                </a:solidFill>
                <a:latin typeface="Arial"/>
                <a:ea typeface="Arial"/>
                <a:cs typeface="Arial"/>
              </a:defRPr>
            </a:lvl8pPr>
            <a:lvl9pPr>
              <a:defRPr sz="1725" b="0">
                <a:solidFill>
                  <a:srgbClr val="14766B"/>
                </a:solidFill>
                <a:latin typeface="Arial"/>
                <a:ea typeface="Arial"/>
                <a:cs typeface="Arial"/>
              </a:defRPr>
            </a:lvl9pPr>
          </a:lstStyle>
          <a:p xmlns:a="http://schemas.openxmlformats.org/drawingml/2006/main">
            <a:pPr>
              <a:defRPr sz="1725" b="0">
                <a:solidFill>
                  <a:srgbClr val="14766B"/>
                </a:solidFill>
                <a:latin typeface="Arial"/>
                <a:ea typeface="Arial"/>
                <a:cs typeface="Arial"/>
              </a:defRPr>
            </a:pPr>
            <a:r>
              <a:rPr sz="1725" b="0">
                <a:solidFill>
                  <a:srgbClr val="14766B"/>
                </a:solidFill>
                <a:latin typeface="Arial"/>
                <a:ea typeface="Arial"/>
                <a:cs typeface="Arial"/>
                <a:hlinkClick xmlns:r="http://schemas.openxmlformats.org/officeDocument/2006/relationships" r:id="Rc3f094527e60475b"/>
              </a:rPr>
              <a:t>Open sample 3 report</a:t>
            </a:r>
          </a:p>
        </p:txBody>
      </p:sp>
    </p:spTree>
    <p:extLst>
      <p:ext uri="{BB962C8B-B14F-4D97-AF65-F5344CB8AC3E}">
        <p14:creationId xmlns:p14="http://schemas.microsoft.com/office/powerpoint/2010/main" val="15844576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6604A4-D29F-4FBB-BC14-E47FCEDF1DA8}"/>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Context retrieval fixes</a:t>
            </a:r>
          </a:p>
        </p:txBody>
      </p:sp>
      <p:sp>
        <p:nvSpPr>
          <p:cNvPr id="2" name="">
            <a:extLst xmlns:a="http://schemas.openxmlformats.org/drawingml/2006/main">
              <a:ext uri="{FF2B5EF4-FFF2-40B4-BE49-F238E27FC236}">
                <a16:creationId xmlns:a16="http://schemas.microsoft.com/office/drawing/2014/main" id="{A4A759DD-D757-4156-8705-93AE361A8002}"/>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2:40–3:15    6 / 9</a:t>
            </a:r>
          </a:p>
        </p:txBody>
      </p:sp>
      <p:sp>
        <p:nvSpPr>
          <p:cNvPr id="3" name="">
            <a:extLst xmlns:a="http://schemas.openxmlformats.org/drawingml/2006/main">
              <a:ext uri="{FF2B5EF4-FFF2-40B4-BE49-F238E27FC236}">
                <a16:creationId xmlns:a16="http://schemas.microsoft.com/office/drawing/2014/main" id="{624F04D0-B700-47F0-A9A7-2F066256A594}"/>
              </a:ext>
            </a:extLst>
          </p:cNvPr>
          <p:cNvSpPr>
            <a:spLocks xmlns:a="http://schemas.openxmlformats.org/drawingml/2006/main" noGrp="1"/>
          </p:cNvSpPr>
          <p:nvPr/>
        </p:nvSpPr>
        <p:spPr>
          <a:xfrm xmlns:a="http://schemas.openxmlformats.org/drawingml/2006/main">
            <a:off x="609600" y="168592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766B"/>
                </a:solidFill>
                <a:latin typeface="Arial"/>
                <a:ea typeface="Arial"/>
                <a:cs typeface="Arial"/>
              </a:defRPr>
            </a:defPPr>
            <a:lvl1pPr>
              <a:defRPr sz="2250" b="1">
                <a:solidFill>
                  <a:srgbClr val="14766B"/>
                </a:solidFill>
                <a:latin typeface="Arial"/>
                <a:ea typeface="Arial"/>
                <a:cs typeface="Arial"/>
              </a:defRPr>
            </a:lvl1pPr>
            <a:lvl2pPr>
              <a:defRPr sz="2250" b="1">
                <a:solidFill>
                  <a:srgbClr val="14766B"/>
                </a:solidFill>
                <a:latin typeface="Arial"/>
                <a:ea typeface="Arial"/>
                <a:cs typeface="Arial"/>
              </a:defRPr>
            </a:lvl2pPr>
            <a:lvl3pPr>
              <a:defRPr sz="2250" b="1">
                <a:solidFill>
                  <a:srgbClr val="14766B"/>
                </a:solidFill>
                <a:latin typeface="Arial"/>
                <a:ea typeface="Arial"/>
                <a:cs typeface="Arial"/>
              </a:defRPr>
            </a:lvl3pPr>
            <a:lvl4pPr>
              <a:defRPr sz="2250" b="1">
                <a:solidFill>
                  <a:srgbClr val="14766B"/>
                </a:solidFill>
                <a:latin typeface="Arial"/>
                <a:ea typeface="Arial"/>
                <a:cs typeface="Arial"/>
              </a:defRPr>
            </a:lvl4pPr>
            <a:lvl5pPr>
              <a:defRPr sz="2250" b="1">
                <a:solidFill>
                  <a:srgbClr val="14766B"/>
                </a:solidFill>
                <a:latin typeface="Arial"/>
                <a:ea typeface="Arial"/>
                <a:cs typeface="Arial"/>
              </a:defRPr>
            </a:lvl5pPr>
            <a:lvl6pPr>
              <a:defRPr sz="2250" b="1">
                <a:solidFill>
                  <a:srgbClr val="14766B"/>
                </a:solidFill>
                <a:latin typeface="Arial"/>
                <a:ea typeface="Arial"/>
                <a:cs typeface="Arial"/>
              </a:defRPr>
            </a:lvl6pPr>
            <a:lvl7pPr>
              <a:defRPr sz="2250" b="1">
                <a:solidFill>
                  <a:srgbClr val="14766B"/>
                </a:solidFill>
                <a:latin typeface="Arial"/>
                <a:ea typeface="Arial"/>
                <a:cs typeface="Arial"/>
              </a:defRPr>
            </a:lvl7pPr>
            <a:lvl8pPr>
              <a:defRPr sz="2250" b="1">
                <a:solidFill>
                  <a:srgbClr val="14766B"/>
                </a:solidFill>
                <a:latin typeface="Arial"/>
                <a:ea typeface="Arial"/>
                <a:cs typeface="Arial"/>
              </a:defRPr>
            </a:lvl8pPr>
            <a:lvl9pPr>
              <a:defRPr sz="2250" b="1">
                <a:solidFill>
                  <a:srgbClr val="14766B"/>
                </a:solidFill>
                <a:latin typeface="Arial"/>
                <a:ea typeface="Arial"/>
                <a:cs typeface="Arial"/>
              </a:defRPr>
            </a:lvl9pPr>
          </a:lstStyle>
          <a:p xmlns:a="http://schemas.openxmlformats.org/drawingml/2006/main">
            <a:pPr>
              <a:defRPr sz="2250" b="1">
                <a:solidFill>
                  <a:srgbClr val="14766B"/>
                </a:solidFill>
                <a:latin typeface="Arial"/>
                <a:ea typeface="Arial"/>
                <a:cs typeface="Arial"/>
              </a:defRPr>
            </a:pPr>
            <a:r>
              <a:rPr sz="2250" b="1">
                <a:solidFill>
                  <a:srgbClr val="14766B"/>
                </a:solidFill>
                <a:latin typeface="Arial"/>
                <a:ea typeface="Arial"/>
                <a:cs typeface="Arial"/>
              </a:rPr>
              <a:t>Observed failure</a:t>
            </a:r>
          </a:p>
        </p:txBody>
      </p:sp>
      <p:sp>
        <p:nvSpPr>
          <p:cNvPr id="4" name="">
            <a:extLst xmlns:a="http://schemas.openxmlformats.org/drawingml/2006/main">
              <a:ext uri="{FF2B5EF4-FFF2-40B4-BE49-F238E27FC236}">
                <a16:creationId xmlns:a16="http://schemas.microsoft.com/office/drawing/2014/main" id="{383F8E5C-F8E7-4332-A4B6-AF7FD8B00D98}"/>
              </a:ext>
            </a:extLst>
          </p:cNvPr>
          <p:cNvSpPr>
            <a:spLocks xmlns:a="http://schemas.openxmlformats.org/drawingml/2006/main" noGrp="1"/>
          </p:cNvSpPr>
          <p:nvPr/>
        </p:nvSpPr>
        <p:spPr>
          <a:xfrm xmlns:a="http://schemas.openxmlformats.org/drawingml/2006/main">
            <a:off x="609600" y="2324100"/>
            <a:ext cx="419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163C36"/>
                </a:solidFill>
                <a:latin typeface="Arial"/>
                <a:ea typeface="Arial"/>
                <a:cs typeface="Arial"/>
              </a:defRPr>
            </a:defPPr>
            <a:lvl1pPr>
              <a:defRPr sz="2775" b="0">
                <a:solidFill>
                  <a:srgbClr val="163C36"/>
                </a:solidFill>
                <a:latin typeface="Arial"/>
                <a:ea typeface="Arial"/>
                <a:cs typeface="Arial"/>
              </a:defRPr>
            </a:lvl1pPr>
            <a:lvl2pPr>
              <a:defRPr sz="2775" b="0">
                <a:solidFill>
                  <a:srgbClr val="163C36"/>
                </a:solidFill>
                <a:latin typeface="Arial"/>
                <a:ea typeface="Arial"/>
                <a:cs typeface="Arial"/>
              </a:defRPr>
            </a:lvl2pPr>
            <a:lvl3pPr>
              <a:defRPr sz="2775" b="0">
                <a:solidFill>
                  <a:srgbClr val="163C36"/>
                </a:solidFill>
                <a:latin typeface="Arial"/>
                <a:ea typeface="Arial"/>
                <a:cs typeface="Arial"/>
              </a:defRPr>
            </a:lvl3pPr>
            <a:lvl4pPr>
              <a:defRPr sz="2775" b="0">
                <a:solidFill>
                  <a:srgbClr val="163C36"/>
                </a:solidFill>
                <a:latin typeface="Arial"/>
                <a:ea typeface="Arial"/>
                <a:cs typeface="Arial"/>
              </a:defRPr>
            </a:lvl4pPr>
            <a:lvl5pPr>
              <a:defRPr sz="2775" b="0">
                <a:solidFill>
                  <a:srgbClr val="163C36"/>
                </a:solidFill>
                <a:latin typeface="Arial"/>
                <a:ea typeface="Arial"/>
                <a:cs typeface="Arial"/>
              </a:defRPr>
            </a:lvl5pPr>
            <a:lvl6pPr>
              <a:defRPr sz="2775" b="0">
                <a:solidFill>
                  <a:srgbClr val="163C36"/>
                </a:solidFill>
                <a:latin typeface="Arial"/>
                <a:ea typeface="Arial"/>
                <a:cs typeface="Arial"/>
              </a:defRPr>
            </a:lvl6pPr>
            <a:lvl7pPr>
              <a:defRPr sz="2775" b="0">
                <a:solidFill>
                  <a:srgbClr val="163C36"/>
                </a:solidFill>
                <a:latin typeface="Arial"/>
                <a:ea typeface="Arial"/>
                <a:cs typeface="Arial"/>
              </a:defRPr>
            </a:lvl7pPr>
            <a:lvl8pPr>
              <a:defRPr sz="2775" b="0">
                <a:solidFill>
                  <a:srgbClr val="163C36"/>
                </a:solidFill>
                <a:latin typeface="Arial"/>
                <a:ea typeface="Arial"/>
                <a:cs typeface="Arial"/>
              </a:defRPr>
            </a:lvl8pPr>
            <a:lvl9pPr>
              <a:defRPr sz="2775" b="0">
                <a:solidFill>
                  <a:srgbClr val="163C36"/>
                </a:solidFill>
                <a:latin typeface="Arial"/>
                <a:ea typeface="Arial"/>
                <a:cs typeface="Arial"/>
              </a:defRPr>
            </a:lvl9pPr>
          </a:lstStyle>
          <a:p xmlns:a="http://schemas.openxmlformats.org/drawingml/2006/main">
            <a:pPr>
              <a:defRPr sz="2775" b="0">
                <a:solidFill>
                  <a:srgbClr val="163C36"/>
                </a:solidFill>
                <a:latin typeface="Arial"/>
                <a:ea typeface="Arial"/>
                <a:cs typeface="Arial"/>
              </a:defRPr>
            </a:pPr>
            <a:r>
              <a:rPr sz="2775" b="0">
                <a:solidFill>
                  <a:srgbClr val="163C36"/>
                </a:solidFill>
                <a:latin typeface="Arial"/>
                <a:ea typeface="Arial"/>
                <a:cs typeface="Arial"/>
              </a:rPr>
              <a:t>A 60 KB limit rejected a 106 KB test file.</a:t>
            </a:r>
          </a:p>
        </p:txBody>
      </p:sp>
      <p:sp>
        <p:nvSpPr>
          <p:cNvPr id="5" name="">
            <a:extLst xmlns:a="http://schemas.openxmlformats.org/drawingml/2006/main">
              <a:ext uri="{FF2B5EF4-FFF2-40B4-BE49-F238E27FC236}">
                <a16:creationId xmlns:a16="http://schemas.microsoft.com/office/drawing/2014/main" id="{F9B26CC2-A65B-4FE3-950B-F2D7A4AA7F2F}"/>
              </a:ext>
            </a:extLst>
          </p:cNvPr>
          <p:cNvSpPr>
            <a:spLocks xmlns:a="http://schemas.openxmlformats.org/drawingml/2006/main" noGrp="1"/>
          </p:cNvSpPr>
          <p:nvPr/>
        </p:nvSpPr>
        <p:spPr>
          <a:xfrm xmlns:a="http://schemas.openxmlformats.org/drawingml/2006/main">
            <a:off x="609600" y="398145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526D68"/>
                </a:solidFill>
                <a:latin typeface="Arial"/>
                <a:ea typeface="Arial"/>
                <a:cs typeface="Arial"/>
              </a:defRPr>
            </a:defPPr>
            <a:lvl1pPr>
              <a:defRPr sz="2475" b="0">
                <a:solidFill>
                  <a:srgbClr val="526D68"/>
                </a:solidFill>
                <a:latin typeface="Arial"/>
                <a:ea typeface="Arial"/>
                <a:cs typeface="Arial"/>
              </a:defRPr>
            </a:lvl1pPr>
            <a:lvl2pPr>
              <a:defRPr sz="2475" b="0">
                <a:solidFill>
                  <a:srgbClr val="526D68"/>
                </a:solidFill>
                <a:latin typeface="Arial"/>
                <a:ea typeface="Arial"/>
                <a:cs typeface="Arial"/>
              </a:defRPr>
            </a:lvl2pPr>
            <a:lvl3pPr>
              <a:defRPr sz="2475" b="0">
                <a:solidFill>
                  <a:srgbClr val="526D68"/>
                </a:solidFill>
                <a:latin typeface="Arial"/>
                <a:ea typeface="Arial"/>
                <a:cs typeface="Arial"/>
              </a:defRPr>
            </a:lvl3pPr>
            <a:lvl4pPr>
              <a:defRPr sz="2475" b="0">
                <a:solidFill>
                  <a:srgbClr val="526D68"/>
                </a:solidFill>
                <a:latin typeface="Arial"/>
                <a:ea typeface="Arial"/>
                <a:cs typeface="Arial"/>
              </a:defRPr>
            </a:lvl4pPr>
            <a:lvl5pPr>
              <a:defRPr sz="2475" b="0">
                <a:solidFill>
                  <a:srgbClr val="526D68"/>
                </a:solidFill>
                <a:latin typeface="Arial"/>
                <a:ea typeface="Arial"/>
                <a:cs typeface="Arial"/>
              </a:defRPr>
            </a:lvl5pPr>
            <a:lvl6pPr>
              <a:defRPr sz="2475" b="0">
                <a:solidFill>
                  <a:srgbClr val="526D68"/>
                </a:solidFill>
                <a:latin typeface="Arial"/>
                <a:ea typeface="Arial"/>
                <a:cs typeface="Arial"/>
              </a:defRPr>
            </a:lvl6pPr>
            <a:lvl7pPr>
              <a:defRPr sz="2475" b="0">
                <a:solidFill>
                  <a:srgbClr val="526D68"/>
                </a:solidFill>
                <a:latin typeface="Arial"/>
                <a:ea typeface="Arial"/>
                <a:cs typeface="Arial"/>
              </a:defRPr>
            </a:lvl7pPr>
            <a:lvl8pPr>
              <a:defRPr sz="2475" b="0">
                <a:solidFill>
                  <a:srgbClr val="526D68"/>
                </a:solidFill>
                <a:latin typeface="Arial"/>
                <a:ea typeface="Arial"/>
                <a:cs typeface="Arial"/>
              </a:defRPr>
            </a:lvl8pPr>
            <a:lvl9pPr>
              <a:defRPr sz="2475" b="0">
                <a:solidFill>
                  <a:srgbClr val="526D68"/>
                </a:solidFill>
                <a:latin typeface="Arial"/>
                <a:ea typeface="Arial"/>
                <a:cs typeface="Arial"/>
              </a:defRPr>
            </a:lvl9pPr>
          </a:lstStyle>
          <a:p xmlns:a="http://schemas.openxmlformats.org/drawingml/2006/main">
            <a:pPr>
              <a:defRPr sz="2475" b="0">
                <a:solidFill>
                  <a:srgbClr val="526D68"/>
                </a:solidFill>
                <a:latin typeface="Arial"/>
                <a:ea typeface="Arial"/>
                <a:cs typeface="Arial"/>
              </a:defRPr>
            </a:pPr>
            <a:r>
              <a:rPr sz="2475" b="0">
                <a:solidFill>
                  <a:srgbClr val="526D68"/>
                </a:solidFill>
                <a:latin typeface="Arial"/>
                <a:ea typeface="Arial"/>
                <a:cs typeface="Arial"/>
              </a:rPr>
              <a:t>A directory reached a file-only search tool.</a:t>
            </a:r>
          </a:p>
        </p:txBody>
      </p:sp>
      <p:sp>
        <p:nvSpPr>
          <p:cNvPr id="6" name="">
            <a:extLst xmlns:a="http://schemas.openxmlformats.org/drawingml/2006/main">
              <a:ext uri="{FF2B5EF4-FFF2-40B4-BE49-F238E27FC236}">
                <a16:creationId xmlns:a16="http://schemas.microsoft.com/office/drawing/2014/main" id="{05E04C4C-CCAD-438C-AF45-985C39D3B9C8}"/>
              </a:ext>
            </a:extLst>
          </p:cNvPr>
          <p:cNvSpPr>
            <a:spLocks xmlns:a="http://schemas.openxmlformats.org/drawingml/2006/main" noGrp="1"/>
          </p:cNvSpPr>
          <p:nvPr/>
        </p:nvSpPr>
        <p:spPr>
          <a:xfrm xmlns:a="http://schemas.openxmlformats.org/drawingml/2006/main">
            <a:off x="5943600" y="1685925"/>
            <a:ext cx="561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766B"/>
                </a:solidFill>
                <a:latin typeface="Arial"/>
                <a:ea typeface="Arial"/>
                <a:cs typeface="Arial"/>
              </a:defRPr>
            </a:defPPr>
            <a:lvl1pPr>
              <a:defRPr sz="2250" b="1">
                <a:solidFill>
                  <a:srgbClr val="14766B"/>
                </a:solidFill>
                <a:latin typeface="Arial"/>
                <a:ea typeface="Arial"/>
                <a:cs typeface="Arial"/>
              </a:defRPr>
            </a:lvl1pPr>
            <a:lvl2pPr>
              <a:defRPr sz="2250" b="1">
                <a:solidFill>
                  <a:srgbClr val="14766B"/>
                </a:solidFill>
                <a:latin typeface="Arial"/>
                <a:ea typeface="Arial"/>
                <a:cs typeface="Arial"/>
              </a:defRPr>
            </a:lvl2pPr>
            <a:lvl3pPr>
              <a:defRPr sz="2250" b="1">
                <a:solidFill>
                  <a:srgbClr val="14766B"/>
                </a:solidFill>
                <a:latin typeface="Arial"/>
                <a:ea typeface="Arial"/>
                <a:cs typeface="Arial"/>
              </a:defRPr>
            </a:lvl3pPr>
            <a:lvl4pPr>
              <a:defRPr sz="2250" b="1">
                <a:solidFill>
                  <a:srgbClr val="14766B"/>
                </a:solidFill>
                <a:latin typeface="Arial"/>
                <a:ea typeface="Arial"/>
                <a:cs typeface="Arial"/>
              </a:defRPr>
            </a:lvl4pPr>
            <a:lvl5pPr>
              <a:defRPr sz="2250" b="1">
                <a:solidFill>
                  <a:srgbClr val="14766B"/>
                </a:solidFill>
                <a:latin typeface="Arial"/>
                <a:ea typeface="Arial"/>
                <a:cs typeface="Arial"/>
              </a:defRPr>
            </a:lvl5pPr>
            <a:lvl6pPr>
              <a:defRPr sz="2250" b="1">
                <a:solidFill>
                  <a:srgbClr val="14766B"/>
                </a:solidFill>
                <a:latin typeface="Arial"/>
                <a:ea typeface="Arial"/>
                <a:cs typeface="Arial"/>
              </a:defRPr>
            </a:lvl6pPr>
            <a:lvl7pPr>
              <a:defRPr sz="2250" b="1">
                <a:solidFill>
                  <a:srgbClr val="14766B"/>
                </a:solidFill>
                <a:latin typeface="Arial"/>
                <a:ea typeface="Arial"/>
                <a:cs typeface="Arial"/>
              </a:defRPr>
            </a:lvl7pPr>
            <a:lvl8pPr>
              <a:defRPr sz="2250" b="1">
                <a:solidFill>
                  <a:srgbClr val="14766B"/>
                </a:solidFill>
                <a:latin typeface="Arial"/>
                <a:ea typeface="Arial"/>
                <a:cs typeface="Arial"/>
              </a:defRPr>
            </a:lvl8pPr>
            <a:lvl9pPr>
              <a:defRPr sz="2250" b="1">
                <a:solidFill>
                  <a:srgbClr val="14766B"/>
                </a:solidFill>
                <a:latin typeface="Arial"/>
                <a:ea typeface="Arial"/>
                <a:cs typeface="Arial"/>
              </a:defRPr>
            </a:lvl9pPr>
          </a:lstStyle>
          <a:p xmlns:a="http://schemas.openxmlformats.org/drawingml/2006/main">
            <a:pPr>
              <a:defRPr sz="2250" b="1">
                <a:solidFill>
                  <a:srgbClr val="14766B"/>
                </a:solidFill>
                <a:latin typeface="Arial"/>
                <a:ea typeface="Arial"/>
                <a:cs typeface="Arial"/>
              </a:defRPr>
            </a:pPr>
            <a:r>
              <a:rPr sz="2250" b="1">
                <a:solidFill>
                  <a:srgbClr val="14766B"/>
                </a:solidFill>
                <a:latin typeface="Arial"/>
                <a:ea typeface="Arial"/>
                <a:cs typeface="Arial"/>
              </a:rPr>
              <a:t>Implementation changes</a:t>
            </a:r>
          </a:p>
        </p:txBody>
      </p:sp>
      <p:sp>
        <p:nvSpPr>
          <p:cNvPr id="7" name="">
            <a:extLst xmlns:a="http://schemas.openxmlformats.org/drawingml/2006/main">
              <a:ext uri="{FF2B5EF4-FFF2-40B4-BE49-F238E27FC236}">
                <a16:creationId xmlns:a16="http://schemas.microsoft.com/office/drawing/2014/main" id="{B41DDCA1-6D59-442A-B02F-500C6656198C}"/>
              </a:ext>
            </a:extLst>
          </p:cNvPr>
          <p:cNvSpPr>
            <a:spLocks xmlns:a="http://schemas.openxmlformats.org/drawingml/2006/main" noGrp="1"/>
          </p:cNvSpPr>
          <p:nvPr/>
        </p:nvSpPr>
        <p:spPr>
          <a:xfrm xmlns:a="http://schemas.openxmlformats.org/drawingml/2006/main">
            <a:off x="5943600" y="23622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C36"/>
                </a:solidFill>
                <a:latin typeface="Arial"/>
                <a:ea typeface="Arial"/>
                <a:cs typeface="Arial"/>
              </a:defRPr>
            </a:defPPr>
            <a:lvl1pPr>
              <a:defRPr sz="2325" b="0">
                <a:solidFill>
                  <a:srgbClr val="163C36"/>
                </a:solidFill>
                <a:latin typeface="Arial"/>
                <a:ea typeface="Arial"/>
                <a:cs typeface="Arial"/>
              </a:defRPr>
            </a:lvl1pPr>
            <a:lvl2pPr>
              <a:defRPr sz="2325" b="0">
                <a:solidFill>
                  <a:srgbClr val="163C36"/>
                </a:solidFill>
                <a:latin typeface="Arial"/>
                <a:ea typeface="Arial"/>
                <a:cs typeface="Arial"/>
              </a:defRPr>
            </a:lvl2pPr>
            <a:lvl3pPr>
              <a:defRPr sz="2325" b="0">
                <a:solidFill>
                  <a:srgbClr val="163C36"/>
                </a:solidFill>
                <a:latin typeface="Arial"/>
                <a:ea typeface="Arial"/>
                <a:cs typeface="Arial"/>
              </a:defRPr>
            </a:lvl3pPr>
            <a:lvl4pPr>
              <a:defRPr sz="2325" b="0">
                <a:solidFill>
                  <a:srgbClr val="163C36"/>
                </a:solidFill>
                <a:latin typeface="Arial"/>
                <a:ea typeface="Arial"/>
                <a:cs typeface="Arial"/>
              </a:defRPr>
            </a:lvl4pPr>
            <a:lvl5pPr>
              <a:defRPr sz="2325" b="0">
                <a:solidFill>
                  <a:srgbClr val="163C36"/>
                </a:solidFill>
                <a:latin typeface="Arial"/>
                <a:ea typeface="Arial"/>
                <a:cs typeface="Arial"/>
              </a:defRPr>
            </a:lvl5pPr>
            <a:lvl6pPr>
              <a:defRPr sz="2325" b="0">
                <a:solidFill>
                  <a:srgbClr val="163C36"/>
                </a:solidFill>
                <a:latin typeface="Arial"/>
                <a:ea typeface="Arial"/>
                <a:cs typeface="Arial"/>
              </a:defRPr>
            </a:lvl6pPr>
            <a:lvl7pPr>
              <a:defRPr sz="2325" b="0">
                <a:solidFill>
                  <a:srgbClr val="163C36"/>
                </a:solidFill>
                <a:latin typeface="Arial"/>
                <a:ea typeface="Arial"/>
                <a:cs typeface="Arial"/>
              </a:defRPr>
            </a:lvl7pPr>
            <a:lvl8pPr>
              <a:defRPr sz="2325" b="0">
                <a:solidFill>
                  <a:srgbClr val="163C36"/>
                </a:solidFill>
                <a:latin typeface="Arial"/>
                <a:ea typeface="Arial"/>
                <a:cs typeface="Arial"/>
              </a:defRPr>
            </a:lvl8pPr>
            <a:lvl9pPr>
              <a:defRPr sz="2325" b="0">
                <a:solidFill>
                  <a:srgbClr val="163C36"/>
                </a:solidFill>
                <a:latin typeface="Arial"/>
                <a:ea typeface="Arial"/>
                <a:cs typeface="Arial"/>
              </a:defRPr>
            </a:lvl9pPr>
          </a:lstStyle>
          <a:p xmlns:a="http://schemas.openxmlformats.org/drawingml/2006/main">
            <a:pPr>
              <a:defRPr sz="2325" b="0">
                <a:solidFill>
                  <a:srgbClr val="163C36"/>
                </a:solidFill>
                <a:latin typeface="Arial"/>
                <a:ea typeface="Arial"/>
                <a:cs typeface="Arial"/>
              </a:defRPr>
            </a:pPr>
            <a:r>
              <a:rPr sz="2325" b="0">
                <a:solidFill>
                  <a:srgbClr val="163C36"/>
                </a:solidFill>
                <a:latin typeface="Arial"/>
                <a:ea typeface="Arial"/>
                <a:cs typeface="Arial"/>
              </a:rPr>
              <a:t>Paged reads and full-file search</a:t>
            </a:r>
          </a:p>
        </p:txBody>
      </p:sp>
      <p:sp>
        <p:nvSpPr>
          <p:cNvPr id="8" name="">
            <a:extLst xmlns:a="http://schemas.openxmlformats.org/drawingml/2006/main">
              <a:ext uri="{FF2B5EF4-FFF2-40B4-BE49-F238E27FC236}">
                <a16:creationId xmlns:a16="http://schemas.microsoft.com/office/drawing/2014/main" id="{49CCB66C-E7F1-4FD2-BB54-0614852BE22B}"/>
              </a:ext>
            </a:extLst>
          </p:cNvPr>
          <p:cNvSpPr>
            <a:spLocks xmlns:a="http://schemas.openxmlformats.org/drawingml/2006/main" noGrp="1"/>
          </p:cNvSpPr>
          <p:nvPr/>
        </p:nvSpPr>
        <p:spPr>
          <a:xfrm xmlns:a="http://schemas.openxmlformats.org/drawingml/2006/main">
            <a:off x="5943600" y="3114675"/>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C36"/>
                </a:solidFill>
                <a:latin typeface="Arial"/>
                <a:ea typeface="Arial"/>
                <a:cs typeface="Arial"/>
              </a:defRPr>
            </a:defPPr>
            <a:lvl1pPr>
              <a:defRPr sz="2325" b="0">
                <a:solidFill>
                  <a:srgbClr val="163C36"/>
                </a:solidFill>
                <a:latin typeface="Arial"/>
                <a:ea typeface="Arial"/>
                <a:cs typeface="Arial"/>
              </a:defRPr>
            </a:lvl1pPr>
            <a:lvl2pPr>
              <a:defRPr sz="2325" b="0">
                <a:solidFill>
                  <a:srgbClr val="163C36"/>
                </a:solidFill>
                <a:latin typeface="Arial"/>
                <a:ea typeface="Arial"/>
                <a:cs typeface="Arial"/>
              </a:defRPr>
            </a:lvl2pPr>
            <a:lvl3pPr>
              <a:defRPr sz="2325" b="0">
                <a:solidFill>
                  <a:srgbClr val="163C36"/>
                </a:solidFill>
                <a:latin typeface="Arial"/>
                <a:ea typeface="Arial"/>
                <a:cs typeface="Arial"/>
              </a:defRPr>
            </a:lvl3pPr>
            <a:lvl4pPr>
              <a:defRPr sz="2325" b="0">
                <a:solidFill>
                  <a:srgbClr val="163C36"/>
                </a:solidFill>
                <a:latin typeface="Arial"/>
                <a:ea typeface="Arial"/>
                <a:cs typeface="Arial"/>
              </a:defRPr>
            </a:lvl4pPr>
            <a:lvl5pPr>
              <a:defRPr sz="2325" b="0">
                <a:solidFill>
                  <a:srgbClr val="163C36"/>
                </a:solidFill>
                <a:latin typeface="Arial"/>
                <a:ea typeface="Arial"/>
                <a:cs typeface="Arial"/>
              </a:defRPr>
            </a:lvl5pPr>
            <a:lvl6pPr>
              <a:defRPr sz="2325" b="0">
                <a:solidFill>
                  <a:srgbClr val="163C36"/>
                </a:solidFill>
                <a:latin typeface="Arial"/>
                <a:ea typeface="Arial"/>
                <a:cs typeface="Arial"/>
              </a:defRPr>
            </a:lvl6pPr>
            <a:lvl7pPr>
              <a:defRPr sz="2325" b="0">
                <a:solidFill>
                  <a:srgbClr val="163C36"/>
                </a:solidFill>
                <a:latin typeface="Arial"/>
                <a:ea typeface="Arial"/>
                <a:cs typeface="Arial"/>
              </a:defRPr>
            </a:lvl7pPr>
            <a:lvl8pPr>
              <a:defRPr sz="2325" b="0">
                <a:solidFill>
                  <a:srgbClr val="163C36"/>
                </a:solidFill>
                <a:latin typeface="Arial"/>
                <a:ea typeface="Arial"/>
                <a:cs typeface="Arial"/>
              </a:defRPr>
            </a:lvl8pPr>
            <a:lvl9pPr>
              <a:defRPr sz="2325" b="0">
                <a:solidFill>
                  <a:srgbClr val="163C36"/>
                </a:solidFill>
                <a:latin typeface="Arial"/>
                <a:ea typeface="Arial"/>
                <a:cs typeface="Arial"/>
              </a:defRPr>
            </a:lvl9pPr>
          </a:lstStyle>
          <a:p xmlns:a="http://schemas.openxmlformats.org/drawingml/2006/main">
            <a:pPr>
              <a:defRPr sz="2325" b="0">
                <a:solidFill>
                  <a:srgbClr val="163C36"/>
                </a:solidFill>
                <a:latin typeface="Arial"/>
                <a:ea typeface="Arial"/>
                <a:cs typeface="Arial"/>
              </a:defRPr>
            </a:pPr>
            <a:r>
              <a:rPr sz="2325" b="0">
                <a:solidFill>
                  <a:srgbClr val="163C36"/>
                </a:solidFill>
                <a:latin typeface="Arial"/>
                <a:ea typeface="Arial"/>
                <a:cs typeface="Arial"/>
              </a:rPr>
              <a:t>Path discovery and pinned caches</a:t>
            </a:r>
          </a:p>
        </p:txBody>
      </p:sp>
      <p:sp>
        <p:nvSpPr>
          <p:cNvPr id="9" name="">
            <a:extLst xmlns:a="http://schemas.openxmlformats.org/drawingml/2006/main">
              <a:ext uri="{FF2B5EF4-FFF2-40B4-BE49-F238E27FC236}">
                <a16:creationId xmlns:a16="http://schemas.microsoft.com/office/drawing/2014/main" id="{9991E2C4-3A78-4CD6-A82D-7BA49C46E63F}"/>
              </a:ext>
            </a:extLst>
          </p:cNvPr>
          <p:cNvSpPr>
            <a:spLocks xmlns:a="http://schemas.openxmlformats.org/drawingml/2006/main" noGrp="1"/>
          </p:cNvSpPr>
          <p:nvPr/>
        </p:nvSpPr>
        <p:spPr>
          <a:xfrm xmlns:a="http://schemas.openxmlformats.org/drawingml/2006/main">
            <a:off x="5943600" y="386715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C36"/>
                </a:solidFill>
                <a:latin typeface="Arial"/>
                <a:ea typeface="Arial"/>
                <a:cs typeface="Arial"/>
              </a:defRPr>
            </a:defPPr>
            <a:lvl1pPr>
              <a:defRPr sz="2325" b="0">
                <a:solidFill>
                  <a:srgbClr val="163C36"/>
                </a:solidFill>
                <a:latin typeface="Arial"/>
                <a:ea typeface="Arial"/>
                <a:cs typeface="Arial"/>
              </a:defRPr>
            </a:lvl1pPr>
            <a:lvl2pPr>
              <a:defRPr sz="2325" b="0">
                <a:solidFill>
                  <a:srgbClr val="163C36"/>
                </a:solidFill>
                <a:latin typeface="Arial"/>
                <a:ea typeface="Arial"/>
                <a:cs typeface="Arial"/>
              </a:defRPr>
            </a:lvl2pPr>
            <a:lvl3pPr>
              <a:defRPr sz="2325" b="0">
                <a:solidFill>
                  <a:srgbClr val="163C36"/>
                </a:solidFill>
                <a:latin typeface="Arial"/>
                <a:ea typeface="Arial"/>
                <a:cs typeface="Arial"/>
              </a:defRPr>
            </a:lvl3pPr>
            <a:lvl4pPr>
              <a:defRPr sz="2325" b="0">
                <a:solidFill>
                  <a:srgbClr val="163C36"/>
                </a:solidFill>
                <a:latin typeface="Arial"/>
                <a:ea typeface="Arial"/>
                <a:cs typeface="Arial"/>
              </a:defRPr>
            </a:lvl4pPr>
            <a:lvl5pPr>
              <a:defRPr sz="2325" b="0">
                <a:solidFill>
                  <a:srgbClr val="163C36"/>
                </a:solidFill>
                <a:latin typeface="Arial"/>
                <a:ea typeface="Arial"/>
                <a:cs typeface="Arial"/>
              </a:defRPr>
            </a:lvl5pPr>
            <a:lvl6pPr>
              <a:defRPr sz="2325" b="0">
                <a:solidFill>
                  <a:srgbClr val="163C36"/>
                </a:solidFill>
                <a:latin typeface="Arial"/>
                <a:ea typeface="Arial"/>
                <a:cs typeface="Arial"/>
              </a:defRPr>
            </a:lvl6pPr>
            <a:lvl7pPr>
              <a:defRPr sz="2325" b="0">
                <a:solidFill>
                  <a:srgbClr val="163C36"/>
                </a:solidFill>
                <a:latin typeface="Arial"/>
                <a:ea typeface="Arial"/>
                <a:cs typeface="Arial"/>
              </a:defRPr>
            </a:lvl7pPr>
            <a:lvl8pPr>
              <a:defRPr sz="2325" b="0">
                <a:solidFill>
                  <a:srgbClr val="163C36"/>
                </a:solidFill>
                <a:latin typeface="Arial"/>
                <a:ea typeface="Arial"/>
                <a:cs typeface="Arial"/>
              </a:defRPr>
            </a:lvl8pPr>
            <a:lvl9pPr>
              <a:defRPr sz="2325" b="0">
                <a:solidFill>
                  <a:srgbClr val="163C36"/>
                </a:solidFill>
                <a:latin typeface="Arial"/>
                <a:ea typeface="Arial"/>
                <a:cs typeface="Arial"/>
              </a:defRPr>
            </a:lvl9pPr>
          </a:lstStyle>
          <a:p xmlns:a="http://schemas.openxmlformats.org/drawingml/2006/main">
            <a:pPr>
              <a:defRPr sz="2325" b="0">
                <a:solidFill>
                  <a:srgbClr val="163C36"/>
                </a:solidFill>
                <a:latin typeface="Arial"/>
                <a:ea typeface="Arial"/>
                <a:cs typeface="Arial"/>
              </a:defRPr>
            </a:pPr>
            <a:r>
              <a:rPr sz="2325" b="0">
                <a:solidFill>
                  <a:srgbClr val="163C36"/>
                </a:solidFill>
                <a:latin typeface="Arial"/>
                <a:ea typeface="Arial"/>
                <a:cs typeface="Arial"/>
              </a:rPr>
              <a:t>Bounded directory search</a:t>
            </a:r>
          </a:p>
        </p:txBody>
      </p:sp>
      <p:sp>
        <p:nvSpPr>
          <p:cNvPr id="10" name="">
            <a:extLst xmlns:a="http://schemas.openxmlformats.org/drawingml/2006/main">
              <a:ext uri="{FF2B5EF4-FFF2-40B4-BE49-F238E27FC236}">
                <a16:creationId xmlns:a16="http://schemas.microsoft.com/office/drawing/2014/main" id="{E26DCF47-94E9-4B17-B63B-F2F37D88E820}"/>
              </a:ext>
            </a:extLst>
          </p:cNvPr>
          <p:cNvSpPr>
            <a:spLocks xmlns:a="http://schemas.openxmlformats.org/drawingml/2006/main" noGrp="1"/>
          </p:cNvSpPr>
          <p:nvPr/>
        </p:nvSpPr>
        <p:spPr>
          <a:xfrm xmlns:a="http://schemas.openxmlformats.org/drawingml/2006/main">
            <a:off x="5943600" y="4619625"/>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C36"/>
                </a:solidFill>
                <a:latin typeface="Arial"/>
                <a:ea typeface="Arial"/>
                <a:cs typeface="Arial"/>
              </a:defRPr>
            </a:defPPr>
            <a:lvl1pPr>
              <a:defRPr sz="2325" b="0">
                <a:solidFill>
                  <a:srgbClr val="163C36"/>
                </a:solidFill>
                <a:latin typeface="Arial"/>
                <a:ea typeface="Arial"/>
                <a:cs typeface="Arial"/>
              </a:defRPr>
            </a:lvl1pPr>
            <a:lvl2pPr>
              <a:defRPr sz="2325" b="0">
                <a:solidFill>
                  <a:srgbClr val="163C36"/>
                </a:solidFill>
                <a:latin typeface="Arial"/>
                <a:ea typeface="Arial"/>
                <a:cs typeface="Arial"/>
              </a:defRPr>
            </a:lvl2pPr>
            <a:lvl3pPr>
              <a:defRPr sz="2325" b="0">
                <a:solidFill>
                  <a:srgbClr val="163C36"/>
                </a:solidFill>
                <a:latin typeface="Arial"/>
                <a:ea typeface="Arial"/>
                <a:cs typeface="Arial"/>
              </a:defRPr>
            </a:lvl3pPr>
            <a:lvl4pPr>
              <a:defRPr sz="2325" b="0">
                <a:solidFill>
                  <a:srgbClr val="163C36"/>
                </a:solidFill>
                <a:latin typeface="Arial"/>
                <a:ea typeface="Arial"/>
                <a:cs typeface="Arial"/>
              </a:defRPr>
            </a:lvl4pPr>
            <a:lvl5pPr>
              <a:defRPr sz="2325" b="0">
                <a:solidFill>
                  <a:srgbClr val="163C36"/>
                </a:solidFill>
                <a:latin typeface="Arial"/>
                <a:ea typeface="Arial"/>
                <a:cs typeface="Arial"/>
              </a:defRPr>
            </a:lvl5pPr>
            <a:lvl6pPr>
              <a:defRPr sz="2325" b="0">
                <a:solidFill>
                  <a:srgbClr val="163C36"/>
                </a:solidFill>
                <a:latin typeface="Arial"/>
                <a:ea typeface="Arial"/>
                <a:cs typeface="Arial"/>
              </a:defRPr>
            </a:lvl6pPr>
            <a:lvl7pPr>
              <a:defRPr sz="2325" b="0">
                <a:solidFill>
                  <a:srgbClr val="163C36"/>
                </a:solidFill>
                <a:latin typeface="Arial"/>
                <a:ea typeface="Arial"/>
                <a:cs typeface="Arial"/>
              </a:defRPr>
            </a:lvl7pPr>
            <a:lvl8pPr>
              <a:defRPr sz="2325" b="0">
                <a:solidFill>
                  <a:srgbClr val="163C36"/>
                </a:solidFill>
                <a:latin typeface="Arial"/>
                <a:ea typeface="Arial"/>
                <a:cs typeface="Arial"/>
              </a:defRPr>
            </a:lvl8pPr>
            <a:lvl9pPr>
              <a:defRPr sz="2325" b="0">
                <a:solidFill>
                  <a:srgbClr val="163C36"/>
                </a:solidFill>
                <a:latin typeface="Arial"/>
                <a:ea typeface="Arial"/>
                <a:cs typeface="Arial"/>
              </a:defRPr>
            </a:lvl9pPr>
          </a:lstStyle>
          <a:p xmlns:a="http://schemas.openxmlformats.org/drawingml/2006/main">
            <a:pPr>
              <a:defRPr sz="2325" b="0">
                <a:solidFill>
                  <a:srgbClr val="163C36"/>
                </a:solidFill>
                <a:latin typeface="Arial"/>
                <a:ea typeface="Arial"/>
                <a:cs typeface="Arial"/>
              </a:defRPr>
            </a:pPr>
            <a:r>
              <a:rPr sz="2325" b="0">
                <a:solidFill>
                  <a:srgbClr val="163C36"/>
                </a:solidFill>
                <a:latin typeface="Arial"/>
                <a:ea typeface="Arial"/>
                <a:cs typeface="Arial"/>
              </a:rPr>
              <a:t>Explicit coverage warnings</a:t>
            </a:r>
          </a:p>
        </p:txBody>
      </p:sp>
      <p:sp>
        <p:nvSpPr>
          <p:cNvPr id="11" name="">
            <a:extLst xmlns:a="http://schemas.openxmlformats.org/drawingml/2006/main">
              <a:ext uri="{FF2B5EF4-FFF2-40B4-BE49-F238E27FC236}">
                <a16:creationId xmlns:a16="http://schemas.microsoft.com/office/drawing/2014/main" id="{DE355ABE-8F44-4691-BAB8-3424B73E03FB}"/>
              </a:ext>
            </a:extLst>
          </p:cNvPr>
          <p:cNvSpPr>
            <a:spLocks xmlns:a="http://schemas.openxmlformats.org/drawingml/2006/main" noGrp="1"/>
          </p:cNvSpPr>
          <p:nvPr/>
        </p:nvSpPr>
        <p:spPr>
          <a:xfrm xmlns:a="http://schemas.openxmlformats.org/drawingml/2006/main">
            <a:off x="609600" y="57721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4766B"/>
                </a:solidFill>
                <a:latin typeface="Arial"/>
                <a:ea typeface="Arial"/>
                <a:cs typeface="Arial"/>
              </a:defRPr>
            </a:defPPr>
            <a:lvl1pPr>
              <a:defRPr sz="1725" b="0">
                <a:solidFill>
                  <a:srgbClr val="14766B"/>
                </a:solidFill>
                <a:latin typeface="Arial"/>
                <a:ea typeface="Arial"/>
                <a:cs typeface="Arial"/>
              </a:defRPr>
            </a:lvl1pPr>
            <a:lvl2pPr>
              <a:defRPr sz="1725" b="0">
                <a:solidFill>
                  <a:srgbClr val="14766B"/>
                </a:solidFill>
                <a:latin typeface="Arial"/>
                <a:ea typeface="Arial"/>
                <a:cs typeface="Arial"/>
              </a:defRPr>
            </a:lvl2pPr>
            <a:lvl3pPr>
              <a:defRPr sz="1725" b="0">
                <a:solidFill>
                  <a:srgbClr val="14766B"/>
                </a:solidFill>
                <a:latin typeface="Arial"/>
                <a:ea typeface="Arial"/>
                <a:cs typeface="Arial"/>
              </a:defRPr>
            </a:lvl3pPr>
            <a:lvl4pPr>
              <a:defRPr sz="1725" b="0">
                <a:solidFill>
                  <a:srgbClr val="14766B"/>
                </a:solidFill>
                <a:latin typeface="Arial"/>
                <a:ea typeface="Arial"/>
                <a:cs typeface="Arial"/>
              </a:defRPr>
            </a:lvl4pPr>
            <a:lvl5pPr>
              <a:defRPr sz="1725" b="0">
                <a:solidFill>
                  <a:srgbClr val="14766B"/>
                </a:solidFill>
                <a:latin typeface="Arial"/>
                <a:ea typeface="Arial"/>
                <a:cs typeface="Arial"/>
              </a:defRPr>
            </a:lvl5pPr>
            <a:lvl6pPr>
              <a:defRPr sz="1725" b="0">
                <a:solidFill>
                  <a:srgbClr val="14766B"/>
                </a:solidFill>
                <a:latin typeface="Arial"/>
                <a:ea typeface="Arial"/>
                <a:cs typeface="Arial"/>
              </a:defRPr>
            </a:lvl6pPr>
            <a:lvl7pPr>
              <a:defRPr sz="1725" b="0">
                <a:solidFill>
                  <a:srgbClr val="14766B"/>
                </a:solidFill>
                <a:latin typeface="Arial"/>
                <a:ea typeface="Arial"/>
                <a:cs typeface="Arial"/>
              </a:defRPr>
            </a:lvl7pPr>
            <a:lvl8pPr>
              <a:defRPr sz="1725" b="0">
                <a:solidFill>
                  <a:srgbClr val="14766B"/>
                </a:solidFill>
                <a:latin typeface="Arial"/>
                <a:ea typeface="Arial"/>
                <a:cs typeface="Arial"/>
              </a:defRPr>
            </a:lvl8pPr>
            <a:lvl9pPr>
              <a:defRPr sz="1725" b="0">
                <a:solidFill>
                  <a:srgbClr val="14766B"/>
                </a:solidFill>
                <a:latin typeface="Arial"/>
                <a:ea typeface="Arial"/>
                <a:cs typeface="Arial"/>
              </a:defRPr>
            </a:lvl9pPr>
          </a:lstStyle>
          <a:p xmlns:a="http://schemas.openxmlformats.org/drawingml/2006/main">
            <a:pPr>
              <a:defRPr sz="1725" b="0">
                <a:solidFill>
                  <a:srgbClr val="14766B"/>
                </a:solidFill>
                <a:latin typeface="Arial"/>
                <a:ea typeface="Arial"/>
                <a:cs typeface="Arial"/>
              </a:defRPr>
            </a:pPr>
            <a:r>
              <a:rPr sz="1725" b="0">
                <a:solidFill>
                  <a:srgbClr val="14766B"/>
                </a:solidFill>
                <a:latin typeface="Arial"/>
                <a:ea typeface="Arial"/>
                <a:cs typeface="Arial"/>
                <a:hlinkClick xmlns:r="http://schemas.openxmlformats.org/officeDocument/2006/relationships" r:id="R5311e0042a9a4d0f"/>
              </a:rPr>
              <a:t>Open evaluation notes</a:t>
            </a:r>
          </a:p>
        </p:txBody>
      </p:sp>
    </p:spTree>
    <p:extLst>
      <p:ext uri="{BB962C8B-B14F-4D97-AF65-F5344CB8AC3E}">
        <p14:creationId xmlns:p14="http://schemas.microsoft.com/office/powerpoint/2010/main" val="13336740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A6BF0C-5DCA-435B-949E-1DAD688FF15D}"/>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Human approval controls the write</a:t>
            </a:r>
          </a:p>
        </p:txBody>
      </p:sp>
      <p:sp>
        <p:nvSpPr>
          <p:cNvPr id="2" name="">
            <a:extLst xmlns:a="http://schemas.openxmlformats.org/drawingml/2006/main">
              <a:ext uri="{FF2B5EF4-FFF2-40B4-BE49-F238E27FC236}">
                <a16:creationId xmlns:a16="http://schemas.microsoft.com/office/drawing/2014/main" id="{652E67E3-B42F-4FC0-8C67-1C479456DC5C}"/>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3:15–3:55    7 / 9</a:t>
            </a:r>
          </a:p>
        </p:txBody>
      </p:sp>
      <p:sp>
        <p:nvSpPr>
          <p:cNvPr id="3" name="">
            <a:extLst xmlns:a="http://schemas.openxmlformats.org/drawingml/2006/main">
              <a:ext uri="{FF2B5EF4-FFF2-40B4-BE49-F238E27FC236}">
                <a16:creationId xmlns:a16="http://schemas.microsoft.com/office/drawing/2014/main" id="{F57B8143-7102-46D5-8403-134C8A657F71}"/>
              </a:ext>
            </a:extLst>
          </p:cNvPr>
          <p:cNvSpPr>
            <a:spLocks xmlns:a="http://schemas.openxmlformats.org/drawingml/2006/main" noGrp="1"/>
          </p:cNvSpPr>
          <p:nvPr/>
        </p:nvSpPr>
        <p:spPr>
          <a:xfrm xmlns:a="http://schemas.openxmlformats.org/drawingml/2006/main">
            <a:off x="609600" y="1685925"/>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4766B"/>
                </a:solidFill>
                <a:latin typeface="Arial"/>
                <a:ea typeface="Arial"/>
                <a:cs typeface="Arial"/>
              </a:defRPr>
            </a:defPPr>
            <a:lvl1pPr>
              <a:defRPr sz="4050" b="1">
                <a:solidFill>
                  <a:srgbClr val="14766B"/>
                </a:solidFill>
                <a:latin typeface="Arial"/>
                <a:ea typeface="Arial"/>
                <a:cs typeface="Arial"/>
              </a:defRPr>
            </a:lvl1pPr>
            <a:lvl2pPr>
              <a:defRPr sz="4050" b="1">
                <a:solidFill>
                  <a:srgbClr val="14766B"/>
                </a:solidFill>
                <a:latin typeface="Arial"/>
                <a:ea typeface="Arial"/>
                <a:cs typeface="Arial"/>
              </a:defRPr>
            </a:lvl2pPr>
            <a:lvl3pPr>
              <a:defRPr sz="4050" b="1">
                <a:solidFill>
                  <a:srgbClr val="14766B"/>
                </a:solidFill>
                <a:latin typeface="Arial"/>
                <a:ea typeface="Arial"/>
                <a:cs typeface="Arial"/>
              </a:defRPr>
            </a:lvl3pPr>
            <a:lvl4pPr>
              <a:defRPr sz="4050" b="1">
                <a:solidFill>
                  <a:srgbClr val="14766B"/>
                </a:solidFill>
                <a:latin typeface="Arial"/>
                <a:ea typeface="Arial"/>
                <a:cs typeface="Arial"/>
              </a:defRPr>
            </a:lvl4pPr>
            <a:lvl5pPr>
              <a:defRPr sz="4050" b="1">
                <a:solidFill>
                  <a:srgbClr val="14766B"/>
                </a:solidFill>
                <a:latin typeface="Arial"/>
                <a:ea typeface="Arial"/>
                <a:cs typeface="Arial"/>
              </a:defRPr>
            </a:lvl5pPr>
            <a:lvl6pPr>
              <a:defRPr sz="4050" b="1">
                <a:solidFill>
                  <a:srgbClr val="14766B"/>
                </a:solidFill>
                <a:latin typeface="Arial"/>
                <a:ea typeface="Arial"/>
                <a:cs typeface="Arial"/>
              </a:defRPr>
            </a:lvl6pPr>
            <a:lvl7pPr>
              <a:defRPr sz="4050" b="1">
                <a:solidFill>
                  <a:srgbClr val="14766B"/>
                </a:solidFill>
                <a:latin typeface="Arial"/>
                <a:ea typeface="Arial"/>
                <a:cs typeface="Arial"/>
              </a:defRPr>
            </a:lvl7pPr>
            <a:lvl8pPr>
              <a:defRPr sz="4050" b="1">
                <a:solidFill>
                  <a:srgbClr val="14766B"/>
                </a:solidFill>
                <a:latin typeface="Arial"/>
                <a:ea typeface="Arial"/>
                <a:cs typeface="Arial"/>
              </a:defRPr>
            </a:lvl8pPr>
            <a:lvl9pPr>
              <a:defRPr sz="4050" b="1">
                <a:solidFill>
                  <a:srgbClr val="14766B"/>
                </a:solidFill>
                <a:latin typeface="Arial"/>
                <a:ea typeface="Arial"/>
                <a:cs typeface="Arial"/>
              </a:defRPr>
            </a:lvl9pPr>
          </a:lstStyle>
          <a:p xmlns:a="http://schemas.openxmlformats.org/drawingml/2006/main">
            <a:pPr>
              <a:defRPr sz="4050" b="1">
                <a:solidFill>
                  <a:srgbClr val="14766B"/>
                </a:solidFill>
                <a:latin typeface="Arial"/>
                <a:ea typeface="Arial"/>
                <a:cs typeface="Arial"/>
              </a:defRPr>
            </a:pPr>
            <a:r>
              <a:rPr sz="4050" b="1">
                <a:solidFill>
                  <a:srgbClr val="1476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781B51F-AD7A-4638-BD23-E02C9766875D}"/>
              </a:ext>
            </a:extLst>
          </p:cNvPr>
          <p:cNvSpPr>
            <a:spLocks xmlns:a="http://schemas.openxmlformats.org/drawingml/2006/main" noGrp="1"/>
          </p:cNvSpPr>
          <p:nvPr/>
        </p:nvSpPr>
        <p:spPr>
          <a:xfrm xmlns:a="http://schemas.openxmlformats.org/drawingml/2006/main">
            <a:off x="1581150" y="1762125"/>
            <a:ext cx="971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163C36"/>
                </a:solidFill>
                <a:latin typeface="Arial"/>
                <a:ea typeface="Arial"/>
                <a:cs typeface="Arial"/>
              </a:defRPr>
            </a:defPPr>
            <a:lvl1pPr>
              <a:defRPr sz="2775" b="0">
                <a:solidFill>
                  <a:srgbClr val="163C36"/>
                </a:solidFill>
                <a:latin typeface="Arial"/>
                <a:ea typeface="Arial"/>
                <a:cs typeface="Arial"/>
              </a:defRPr>
            </a:lvl1pPr>
            <a:lvl2pPr>
              <a:defRPr sz="2775" b="0">
                <a:solidFill>
                  <a:srgbClr val="163C36"/>
                </a:solidFill>
                <a:latin typeface="Arial"/>
                <a:ea typeface="Arial"/>
                <a:cs typeface="Arial"/>
              </a:defRPr>
            </a:lvl2pPr>
            <a:lvl3pPr>
              <a:defRPr sz="2775" b="0">
                <a:solidFill>
                  <a:srgbClr val="163C36"/>
                </a:solidFill>
                <a:latin typeface="Arial"/>
                <a:ea typeface="Arial"/>
                <a:cs typeface="Arial"/>
              </a:defRPr>
            </a:lvl3pPr>
            <a:lvl4pPr>
              <a:defRPr sz="2775" b="0">
                <a:solidFill>
                  <a:srgbClr val="163C36"/>
                </a:solidFill>
                <a:latin typeface="Arial"/>
                <a:ea typeface="Arial"/>
                <a:cs typeface="Arial"/>
              </a:defRPr>
            </a:lvl4pPr>
            <a:lvl5pPr>
              <a:defRPr sz="2775" b="0">
                <a:solidFill>
                  <a:srgbClr val="163C36"/>
                </a:solidFill>
                <a:latin typeface="Arial"/>
                <a:ea typeface="Arial"/>
                <a:cs typeface="Arial"/>
              </a:defRPr>
            </a:lvl5pPr>
            <a:lvl6pPr>
              <a:defRPr sz="2775" b="0">
                <a:solidFill>
                  <a:srgbClr val="163C36"/>
                </a:solidFill>
                <a:latin typeface="Arial"/>
                <a:ea typeface="Arial"/>
                <a:cs typeface="Arial"/>
              </a:defRPr>
            </a:lvl6pPr>
            <a:lvl7pPr>
              <a:defRPr sz="2775" b="0">
                <a:solidFill>
                  <a:srgbClr val="163C36"/>
                </a:solidFill>
                <a:latin typeface="Arial"/>
                <a:ea typeface="Arial"/>
                <a:cs typeface="Arial"/>
              </a:defRPr>
            </a:lvl7pPr>
            <a:lvl8pPr>
              <a:defRPr sz="2775" b="0">
                <a:solidFill>
                  <a:srgbClr val="163C36"/>
                </a:solidFill>
                <a:latin typeface="Arial"/>
                <a:ea typeface="Arial"/>
                <a:cs typeface="Arial"/>
              </a:defRPr>
            </a:lvl8pPr>
            <a:lvl9pPr>
              <a:defRPr sz="2775" b="0">
                <a:solidFill>
                  <a:srgbClr val="163C36"/>
                </a:solidFill>
                <a:latin typeface="Arial"/>
                <a:ea typeface="Arial"/>
                <a:cs typeface="Arial"/>
              </a:defRPr>
            </a:lvl9pPr>
          </a:lstStyle>
          <a:p xmlns:a="http://schemas.openxmlformats.org/drawingml/2006/main">
            <a:pPr>
              <a:defRPr sz="2775" b="0">
                <a:solidFill>
                  <a:srgbClr val="163C36"/>
                </a:solidFill>
                <a:latin typeface="Arial"/>
                <a:ea typeface="Arial"/>
                <a:cs typeface="Arial"/>
              </a:defRPr>
            </a:pPr>
            <a:r>
              <a:rPr sz="2775" b="0">
                <a:solidFill>
                  <a:srgbClr val="163C36"/>
                </a:solidFill>
                <a:latin typeface="Arial"/>
                <a:ea typeface="Arial"/>
                <a:cs typeface="Arial"/>
              </a:rPr>
              <a:t>Inspect findings</a:t>
            </a:r>
          </a:p>
        </p:txBody>
      </p:sp>
      <p:sp>
        <p:nvSpPr>
          <p:cNvPr id="5" name="">
            <a:extLst xmlns:a="http://schemas.openxmlformats.org/drawingml/2006/main">
              <a:ext uri="{FF2B5EF4-FFF2-40B4-BE49-F238E27FC236}">
                <a16:creationId xmlns:a16="http://schemas.microsoft.com/office/drawing/2014/main" id="{E64B79AA-09C5-4263-8660-DB569B061A4E}"/>
              </a:ext>
            </a:extLst>
          </p:cNvPr>
          <p:cNvSpPr>
            <a:spLocks xmlns:a="http://schemas.openxmlformats.org/drawingml/2006/main" noGrp="1"/>
          </p:cNvSpPr>
          <p:nvPr/>
        </p:nvSpPr>
        <p:spPr>
          <a:xfrm xmlns:a="http://schemas.openxmlformats.org/drawingml/2006/main">
            <a:off x="609600" y="2752725"/>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4766B"/>
                </a:solidFill>
                <a:latin typeface="Arial"/>
                <a:ea typeface="Arial"/>
                <a:cs typeface="Arial"/>
              </a:defRPr>
            </a:defPPr>
            <a:lvl1pPr>
              <a:defRPr sz="4050" b="1">
                <a:solidFill>
                  <a:srgbClr val="14766B"/>
                </a:solidFill>
                <a:latin typeface="Arial"/>
                <a:ea typeface="Arial"/>
                <a:cs typeface="Arial"/>
              </a:defRPr>
            </a:lvl1pPr>
            <a:lvl2pPr>
              <a:defRPr sz="4050" b="1">
                <a:solidFill>
                  <a:srgbClr val="14766B"/>
                </a:solidFill>
                <a:latin typeface="Arial"/>
                <a:ea typeface="Arial"/>
                <a:cs typeface="Arial"/>
              </a:defRPr>
            </a:lvl2pPr>
            <a:lvl3pPr>
              <a:defRPr sz="4050" b="1">
                <a:solidFill>
                  <a:srgbClr val="14766B"/>
                </a:solidFill>
                <a:latin typeface="Arial"/>
                <a:ea typeface="Arial"/>
                <a:cs typeface="Arial"/>
              </a:defRPr>
            </a:lvl3pPr>
            <a:lvl4pPr>
              <a:defRPr sz="4050" b="1">
                <a:solidFill>
                  <a:srgbClr val="14766B"/>
                </a:solidFill>
                <a:latin typeface="Arial"/>
                <a:ea typeface="Arial"/>
                <a:cs typeface="Arial"/>
              </a:defRPr>
            </a:lvl4pPr>
            <a:lvl5pPr>
              <a:defRPr sz="4050" b="1">
                <a:solidFill>
                  <a:srgbClr val="14766B"/>
                </a:solidFill>
                <a:latin typeface="Arial"/>
                <a:ea typeface="Arial"/>
                <a:cs typeface="Arial"/>
              </a:defRPr>
            </a:lvl5pPr>
            <a:lvl6pPr>
              <a:defRPr sz="4050" b="1">
                <a:solidFill>
                  <a:srgbClr val="14766B"/>
                </a:solidFill>
                <a:latin typeface="Arial"/>
                <a:ea typeface="Arial"/>
                <a:cs typeface="Arial"/>
              </a:defRPr>
            </a:lvl6pPr>
            <a:lvl7pPr>
              <a:defRPr sz="4050" b="1">
                <a:solidFill>
                  <a:srgbClr val="14766B"/>
                </a:solidFill>
                <a:latin typeface="Arial"/>
                <a:ea typeface="Arial"/>
                <a:cs typeface="Arial"/>
              </a:defRPr>
            </a:lvl7pPr>
            <a:lvl8pPr>
              <a:defRPr sz="4050" b="1">
                <a:solidFill>
                  <a:srgbClr val="14766B"/>
                </a:solidFill>
                <a:latin typeface="Arial"/>
                <a:ea typeface="Arial"/>
                <a:cs typeface="Arial"/>
              </a:defRPr>
            </a:lvl8pPr>
            <a:lvl9pPr>
              <a:defRPr sz="4050" b="1">
                <a:solidFill>
                  <a:srgbClr val="14766B"/>
                </a:solidFill>
                <a:latin typeface="Arial"/>
                <a:ea typeface="Arial"/>
                <a:cs typeface="Arial"/>
              </a:defRPr>
            </a:lvl9pPr>
          </a:lstStyle>
          <a:p xmlns:a="http://schemas.openxmlformats.org/drawingml/2006/main">
            <a:pPr>
              <a:defRPr sz="4050" b="1">
                <a:solidFill>
                  <a:srgbClr val="14766B"/>
                </a:solidFill>
                <a:latin typeface="Arial"/>
                <a:ea typeface="Arial"/>
                <a:cs typeface="Arial"/>
              </a:defRPr>
            </a:pPr>
            <a:r>
              <a:rPr sz="4050" b="1">
                <a:solidFill>
                  <a:srgbClr val="14766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A83C2D5F-7918-4BF2-905E-4744E5EFBFA6}"/>
              </a:ext>
            </a:extLst>
          </p:cNvPr>
          <p:cNvSpPr>
            <a:spLocks xmlns:a="http://schemas.openxmlformats.org/drawingml/2006/main" noGrp="1"/>
          </p:cNvSpPr>
          <p:nvPr/>
        </p:nvSpPr>
        <p:spPr>
          <a:xfrm xmlns:a="http://schemas.openxmlformats.org/drawingml/2006/main">
            <a:off x="1581150" y="2828925"/>
            <a:ext cx="971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163C36"/>
                </a:solidFill>
                <a:latin typeface="Arial"/>
                <a:ea typeface="Arial"/>
                <a:cs typeface="Arial"/>
              </a:defRPr>
            </a:defPPr>
            <a:lvl1pPr>
              <a:defRPr sz="2775" b="0">
                <a:solidFill>
                  <a:srgbClr val="163C36"/>
                </a:solidFill>
                <a:latin typeface="Arial"/>
                <a:ea typeface="Arial"/>
                <a:cs typeface="Arial"/>
              </a:defRPr>
            </a:lvl1pPr>
            <a:lvl2pPr>
              <a:defRPr sz="2775" b="0">
                <a:solidFill>
                  <a:srgbClr val="163C36"/>
                </a:solidFill>
                <a:latin typeface="Arial"/>
                <a:ea typeface="Arial"/>
                <a:cs typeface="Arial"/>
              </a:defRPr>
            </a:lvl2pPr>
            <a:lvl3pPr>
              <a:defRPr sz="2775" b="0">
                <a:solidFill>
                  <a:srgbClr val="163C36"/>
                </a:solidFill>
                <a:latin typeface="Arial"/>
                <a:ea typeface="Arial"/>
                <a:cs typeface="Arial"/>
              </a:defRPr>
            </a:lvl3pPr>
            <a:lvl4pPr>
              <a:defRPr sz="2775" b="0">
                <a:solidFill>
                  <a:srgbClr val="163C36"/>
                </a:solidFill>
                <a:latin typeface="Arial"/>
                <a:ea typeface="Arial"/>
                <a:cs typeface="Arial"/>
              </a:defRPr>
            </a:lvl4pPr>
            <a:lvl5pPr>
              <a:defRPr sz="2775" b="0">
                <a:solidFill>
                  <a:srgbClr val="163C36"/>
                </a:solidFill>
                <a:latin typeface="Arial"/>
                <a:ea typeface="Arial"/>
                <a:cs typeface="Arial"/>
              </a:defRPr>
            </a:lvl5pPr>
            <a:lvl6pPr>
              <a:defRPr sz="2775" b="0">
                <a:solidFill>
                  <a:srgbClr val="163C36"/>
                </a:solidFill>
                <a:latin typeface="Arial"/>
                <a:ea typeface="Arial"/>
                <a:cs typeface="Arial"/>
              </a:defRPr>
            </a:lvl6pPr>
            <a:lvl7pPr>
              <a:defRPr sz="2775" b="0">
                <a:solidFill>
                  <a:srgbClr val="163C36"/>
                </a:solidFill>
                <a:latin typeface="Arial"/>
                <a:ea typeface="Arial"/>
                <a:cs typeface="Arial"/>
              </a:defRPr>
            </a:lvl7pPr>
            <a:lvl8pPr>
              <a:defRPr sz="2775" b="0">
                <a:solidFill>
                  <a:srgbClr val="163C36"/>
                </a:solidFill>
                <a:latin typeface="Arial"/>
                <a:ea typeface="Arial"/>
                <a:cs typeface="Arial"/>
              </a:defRPr>
            </a:lvl8pPr>
            <a:lvl9pPr>
              <a:defRPr sz="2775" b="0">
                <a:solidFill>
                  <a:srgbClr val="163C36"/>
                </a:solidFill>
                <a:latin typeface="Arial"/>
                <a:ea typeface="Arial"/>
                <a:cs typeface="Arial"/>
              </a:defRPr>
            </a:lvl9pPr>
          </a:lstStyle>
          <a:p xmlns:a="http://schemas.openxmlformats.org/drawingml/2006/main">
            <a:pPr>
              <a:defRPr sz="2775" b="0">
                <a:solidFill>
                  <a:srgbClr val="163C36"/>
                </a:solidFill>
                <a:latin typeface="Arial"/>
                <a:ea typeface="Arial"/>
                <a:cs typeface="Arial"/>
              </a:defRPr>
            </a:pPr>
            <a:r>
              <a:rPr sz="2775" b="0">
                <a:solidFill>
                  <a:srgbClr val="163C36"/>
                </a:solidFill>
                <a:latin typeface="Arial"/>
                <a:ea typeface="Arial"/>
                <a:cs typeface="Arial"/>
              </a:rPr>
              <a:t>Select individual IDs</a:t>
            </a:r>
          </a:p>
        </p:txBody>
      </p:sp>
      <p:sp>
        <p:nvSpPr>
          <p:cNvPr id="7" name="">
            <a:extLst xmlns:a="http://schemas.openxmlformats.org/drawingml/2006/main">
              <a:ext uri="{FF2B5EF4-FFF2-40B4-BE49-F238E27FC236}">
                <a16:creationId xmlns:a16="http://schemas.microsoft.com/office/drawing/2014/main" id="{8F98A5FE-B1B5-483A-8329-F25B8D1B85D9}"/>
              </a:ext>
            </a:extLst>
          </p:cNvPr>
          <p:cNvSpPr>
            <a:spLocks xmlns:a="http://schemas.openxmlformats.org/drawingml/2006/main" noGrp="1"/>
          </p:cNvSpPr>
          <p:nvPr/>
        </p:nvSpPr>
        <p:spPr>
          <a:xfrm xmlns:a="http://schemas.openxmlformats.org/drawingml/2006/main">
            <a:off x="609600" y="3819525"/>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4766B"/>
                </a:solidFill>
                <a:latin typeface="Arial"/>
                <a:ea typeface="Arial"/>
                <a:cs typeface="Arial"/>
              </a:defRPr>
            </a:defPPr>
            <a:lvl1pPr>
              <a:defRPr sz="4050" b="1">
                <a:solidFill>
                  <a:srgbClr val="14766B"/>
                </a:solidFill>
                <a:latin typeface="Arial"/>
                <a:ea typeface="Arial"/>
                <a:cs typeface="Arial"/>
              </a:defRPr>
            </a:lvl1pPr>
            <a:lvl2pPr>
              <a:defRPr sz="4050" b="1">
                <a:solidFill>
                  <a:srgbClr val="14766B"/>
                </a:solidFill>
                <a:latin typeface="Arial"/>
                <a:ea typeface="Arial"/>
                <a:cs typeface="Arial"/>
              </a:defRPr>
            </a:lvl2pPr>
            <a:lvl3pPr>
              <a:defRPr sz="4050" b="1">
                <a:solidFill>
                  <a:srgbClr val="14766B"/>
                </a:solidFill>
                <a:latin typeface="Arial"/>
                <a:ea typeface="Arial"/>
                <a:cs typeface="Arial"/>
              </a:defRPr>
            </a:lvl3pPr>
            <a:lvl4pPr>
              <a:defRPr sz="4050" b="1">
                <a:solidFill>
                  <a:srgbClr val="14766B"/>
                </a:solidFill>
                <a:latin typeface="Arial"/>
                <a:ea typeface="Arial"/>
                <a:cs typeface="Arial"/>
              </a:defRPr>
            </a:lvl4pPr>
            <a:lvl5pPr>
              <a:defRPr sz="4050" b="1">
                <a:solidFill>
                  <a:srgbClr val="14766B"/>
                </a:solidFill>
                <a:latin typeface="Arial"/>
                <a:ea typeface="Arial"/>
                <a:cs typeface="Arial"/>
              </a:defRPr>
            </a:lvl5pPr>
            <a:lvl6pPr>
              <a:defRPr sz="4050" b="1">
                <a:solidFill>
                  <a:srgbClr val="14766B"/>
                </a:solidFill>
                <a:latin typeface="Arial"/>
                <a:ea typeface="Arial"/>
                <a:cs typeface="Arial"/>
              </a:defRPr>
            </a:lvl6pPr>
            <a:lvl7pPr>
              <a:defRPr sz="4050" b="1">
                <a:solidFill>
                  <a:srgbClr val="14766B"/>
                </a:solidFill>
                <a:latin typeface="Arial"/>
                <a:ea typeface="Arial"/>
                <a:cs typeface="Arial"/>
              </a:defRPr>
            </a:lvl7pPr>
            <a:lvl8pPr>
              <a:defRPr sz="4050" b="1">
                <a:solidFill>
                  <a:srgbClr val="14766B"/>
                </a:solidFill>
                <a:latin typeface="Arial"/>
                <a:ea typeface="Arial"/>
                <a:cs typeface="Arial"/>
              </a:defRPr>
            </a:lvl8pPr>
            <a:lvl9pPr>
              <a:defRPr sz="4050" b="1">
                <a:solidFill>
                  <a:srgbClr val="14766B"/>
                </a:solidFill>
                <a:latin typeface="Arial"/>
                <a:ea typeface="Arial"/>
                <a:cs typeface="Arial"/>
              </a:defRPr>
            </a:lvl9pPr>
          </a:lstStyle>
          <a:p xmlns:a="http://schemas.openxmlformats.org/drawingml/2006/main">
            <a:pPr>
              <a:defRPr sz="4050" b="1">
                <a:solidFill>
                  <a:srgbClr val="14766B"/>
                </a:solidFill>
                <a:latin typeface="Arial"/>
                <a:ea typeface="Arial"/>
                <a:cs typeface="Arial"/>
              </a:defRPr>
            </a:pPr>
            <a:r>
              <a:rPr sz="4050" b="1">
                <a:solidFill>
                  <a:srgbClr val="14766B"/>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DF87BB40-AEDE-45FF-9B95-6FFD5A660317}"/>
              </a:ext>
            </a:extLst>
          </p:cNvPr>
          <p:cNvSpPr>
            <a:spLocks xmlns:a="http://schemas.openxmlformats.org/drawingml/2006/main" noGrp="1"/>
          </p:cNvSpPr>
          <p:nvPr/>
        </p:nvSpPr>
        <p:spPr>
          <a:xfrm xmlns:a="http://schemas.openxmlformats.org/drawingml/2006/main">
            <a:off x="1581150" y="3895725"/>
            <a:ext cx="971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163C36"/>
                </a:solidFill>
                <a:latin typeface="Arial"/>
                <a:ea typeface="Arial"/>
                <a:cs typeface="Arial"/>
              </a:defRPr>
            </a:defPPr>
            <a:lvl1pPr>
              <a:defRPr sz="2775" b="0">
                <a:solidFill>
                  <a:srgbClr val="163C36"/>
                </a:solidFill>
                <a:latin typeface="Arial"/>
                <a:ea typeface="Arial"/>
                <a:cs typeface="Arial"/>
              </a:defRPr>
            </a:lvl1pPr>
            <a:lvl2pPr>
              <a:defRPr sz="2775" b="0">
                <a:solidFill>
                  <a:srgbClr val="163C36"/>
                </a:solidFill>
                <a:latin typeface="Arial"/>
                <a:ea typeface="Arial"/>
                <a:cs typeface="Arial"/>
              </a:defRPr>
            </a:lvl2pPr>
            <a:lvl3pPr>
              <a:defRPr sz="2775" b="0">
                <a:solidFill>
                  <a:srgbClr val="163C36"/>
                </a:solidFill>
                <a:latin typeface="Arial"/>
                <a:ea typeface="Arial"/>
                <a:cs typeface="Arial"/>
              </a:defRPr>
            </a:lvl3pPr>
            <a:lvl4pPr>
              <a:defRPr sz="2775" b="0">
                <a:solidFill>
                  <a:srgbClr val="163C36"/>
                </a:solidFill>
                <a:latin typeface="Arial"/>
                <a:ea typeface="Arial"/>
                <a:cs typeface="Arial"/>
              </a:defRPr>
            </a:lvl4pPr>
            <a:lvl5pPr>
              <a:defRPr sz="2775" b="0">
                <a:solidFill>
                  <a:srgbClr val="163C36"/>
                </a:solidFill>
                <a:latin typeface="Arial"/>
                <a:ea typeface="Arial"/>
                <a:cs typeface="Arial"/>
              </a:defRPr>
            </a:lvl5pPr>
            <a:lvl6pPr>
              <a:defRPr sz="2775" b="0">
                <a:solidFill>
                  <a:srgbClr val="163C36"/>
                </a:solidFill>
                <a:latin typeface="Arial"/>
                <a:ea typeface="Arial"/>
                <a:cs typeface="Arial"/>
              </a:defRPr>
            </a:lvl6pPr>
            <a:lvl7pPr>
              <a:defRPr sz="2775" b="0">
                <a:solidFill>
                  <a:srgbClr val="163C36"/>
                </a:solidFill>
                <a:latin typeface="Arial"/>
                <a:ea typeface="Arial"/>
                <a:cs typeface="Arial"/>
              </a:defRPr>
            </a:lvl7pPr>
            <a:lvl8pPr>
              <a:defRPr sz="2775" b="0">
                <a:solidFill>
                  <a:srgbClr val="163C36"/>
                </a:solidFill>
                <a:latin typeface="Arial"/>
                <a:ea typeface="Arial"/>
                <a:cs typeface="Arial"/>
              </a:defRPr>
            </a:lvl8pPr>
            <a:lvl9pPr>
              <a:defRPr sz="2775" b="0">
                <a:solidFill>
                  <a:srgbClr val="163C36"/>
                </a:solidFill>
                <a:latin typeface="Arial"/>
                <a:ea typeface="Arial"/>
                <a:cs typeface="Arial"/>
              </a:defRPr>
            </a:lvl9pPr>
          </a:lstStyle>
          <a:p xmlns:a="http://schemas.openxmlformats.org/drawingml/2006/main">
            <a:pPr>
              <a:defRPr sz="2775" b="0">
                <a:solidFill>
                  <a:srgbClr val="163C36"/>
                </a:solidFill>
                <a:latin typeface="Arial"/>
                <a:ea typeface="Arial"/>
                <a:cs typeface="Arial"/>
              </a:defRPr>
            </a:pPr>
            <a:r>
              <a:rPr sz="2775" b="0">
                <a:solidFill>
                  <a:srgbClr val="163C36"/>
                </a:solidFill>
                <a:latin typeface="Arial"/>
                <a:ea typeface="Arial"/>
                <a:cs typeface="Arial"/>
              </a:rPr>
              <a:t>Approve or finish without posting</a:t>
            </a:r>
          </a:p>
        </p:txBody>
      </p:sp>
      <p:sp>
        <p:nvSpPr>
          <p:cNvPr id="9" name="">
            <a:extLst xmlns:a="http://schemas.openxmlformats.org/drawingml/2006/main">
              <a:ext uri="{FF2B5EF4-FFF2-40B4-BE49-F238E27FC236}">
                <a16:creationId xmlns:a16="http://schemas.microsoft.com/office/drawing/2014/main" id="{046430D8-43F4-42C8-BCB7-C231F2C2482E}"/>
              </a:ext>
            </a:extLst>
          </p:cNvPr>
          <p:cNvSpPr>
            <a:spLocks xmlns:a="http://schemas.openxmlformats.org/drawingml/2006/main" noGrp="1"/>
          </p:cNvSpPr>
          <p:nvPr/>
        </p:nvSpPr>
        <p:spPr>
          <a:xfrm xmlns:a="http://schemas.openxmlformats.org/drawingml/2006/main">
            <a:off x="609600" y="4991100"/>
            <a:ext cx="10953750" cy="11430"/>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C334D1-7101-4614-BB03-93284216E139}"/>
              </a:ext>
            </a:extLst>
          </p:cNvPr>
          <p:cNvSpPr>
            <a:spLocks xmlns:a="http://schemas.openxmlformats.org/drawingml/2006/main" noGrp="1"/>
          </p:cNvSpPr>
          <p:nvPr/>
        </p:nvSpPr>
        <p:spPr>
          <a:xfrm xmlns:a="http://schemas.openxmlformats.org/drawingml/2006/main">
            <a:off x="609600" y="52768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D68"/>
                </a:solidFill>
                <a:latin typeface="Arial"/>
                <a:ea typeface="Arial"/>
                <a:cs typeface="Arial"/>
              </a:defRPr>
            </a:defPPr>
            <a:lvl1pPr>
              <a:defRPr sz="2250" b="0">
                <a:solidFill>
                  <a:srgbClr val="526D68"/>
                </a:solidFill>
                <a:latin typeface="Arial"/>
                <a:ea typeface="Arial"/>
                <a:cs typeface="Arial"/>
              </a:defRPr>
            </a:lvl1pPr>
            <a:lvl2pPr>
              <a:defRPr sz="2250" b="0">
                <a:solidFill>
                  <a:srgbClr val="526D68"/>
                </a:solidFill>
                <a:latin typeface="Arial"/>
                <a:ea typeface="Arial"/>
                <a:cs typeface="Arial"/>
              </a:defRPr>
            </a:lvl2pPr>
            <a:lvl3pPr>
              <a:defRPr sz="2250" b="0">
                <a:solidFill>
                  <a:srgbClr val="526D68"/>
                </a:solidFill>
                <a:latin typeface="Arial"/>
                <a:ea typeface="Arial"/>
                <a:cs typeface="Arial"/>
              </a:defRPr>
            </a:lvl3pPr>
            <a:lvl4pPr>
              <a:defRPr sz="2250" b="0">
                <a:solidFill>
                  <a:srgbClr val="526D68"/>
                </a:solidFill>
                <a:latin typeface="Arial"/>
                <a:ea typeface="Arial"/>
                <a:cs typeface="Arial"/>
              </a:defRPr>
            </a:lvl4pPr>
            <a:lvl5pPr>
              <a:defRPr sz="2250" b="0">
                <a:solidFill>
                  <a:srgbClr val="526D68"/>
                </a:solidFill>
                <a:latin typeface="Arial"/>
                <a:ea typeface="Arial"/>
                <a:cs typeface="Arial"/>
              </a:defRPr>
            </a:lvl5pPr>
            <a:lvl6pPr>
              <a:defRPr sz="2250" b="0">
                <a:solidFill>
                  <a:srgbClr val="526D68"/>
                </a:solidFill>
                <a:latin typeface="Arial"/>
                <a:ea typeface="Arial"/>
                <a:cs typeface="Arial"/>
              </a:defRPr>
            </a:lvl6pPr>
            <a:lvl7pPr>
              <a:defRPr sz="2250" b="0">
                <a:solidFill>
                  <a:srgbClr val="526D68"/>
                </a:solidFill>
                <a:latin typeface="Arial"/>
                <a:ea typeface="Arial"/>
                <a:cs typeface="Arial"/>
              </a:defRPr>
            </a:lvl7pPr>
            <a:lvl8pPr>
              <a:defRPr sz="2250" b="0">
                <a:solidFill>
                  <a:srgbClr val="526D68"/>
                </a:solidFill>
                <a:latin typeface="Arial"/>
                <a:ea typeface="Arial"/>
                <a:cs typeface="Arial"/>
              </a:defRPr>
            </a:lvl8pPr>
            <a:lvl9pPr>
              <a:defRPr sz="2250" b="0">
                <a:solidFill>
                  <a:srgbClr val="526D68"/>
                </a:solidFill>
                <a:latin typeface="Arial"/>
                <a:ea typeface="Arial"/>
                <a:cs typeface="Arial"/>
              </a:defRPr>
            </a:lvl9pPr>
          </a:lstStyle>
          <a:p xmlns:a="http://schemas.openxmlformats.org/drawingml/2006/main">
            <a:pPr>
              <a:defRPr sz="2250" b="0">
                <a:solidFill>
                  <a:srgbClr val="526D68"/>
                </a:solidFill>
                <a:latin typeface="Arial"/>
                <a:ea typeface="Arial"/>
                <a:cs typeface="Arial"/>
              </a:defRPr>
            </a:pPr>
            <a:r>
              <a:rPr sz="2250" b="0">
                <a:solidFill>
                  <a:srgbClr val="526D68"/>
                </a:solidFill>
                <a:latin typeface="Arial"/>
                <a:ea typeface="Arial"/>
                <a:cs typeface="Arial"/>
              </a:rPr>
              <a:t>An approved post rechecks PR commits and sends one batched review.</a:t>
            </a:r>
          </a:p>
        </p:txBody>
      </p:sp>
    </p:spTree>
    <p:extLst>
      <p:ext uri="{BB962C8B-B14F-4D97-AF65-F5344CB8AC3E}">
        <p14:creationId xmlns:p14="http://schemas.microsoft.com/office/powerpoint/2010/main" val="2440105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F69887-4480-44E8-8FE7-6EDAF72BBB91}"/>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Codex implementation and verification</a:t>
            </a:r>
          </a:p>
        </p:txBody>
      </p:sp>
      <p:sp>
        <p:nvSpPr>
          <p:cNvPr id="2" name="">
            <a:extLst xmlns:a="http://schemas.openxmlformats.org/drawingml/2006/main">
              <a:ext uri="{FF2B5EF4-FFF2-40B4-BE49-F238E27FC236}">
                <a16:creationId xmlns:a16="http://schemas.microsoft.com/office/drawing/2014/main" id="{27B16529-43BF-46E4-AD23-796AEDED687E}"/>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3:55–4:25    8 / 9</a:t>
            </a:r>
          </a:p>
        </p:txBody>
      </p:sp>
      <p:sp>
        <p:nvSpPr>
          <p:cNvPr id="3" name="">
            <a:extLst xmlns:a="http://schemas.openxmlformats.org/drawingml/2006/main">
              <a:ext uri="{FF2B5EF4-FFF2-40B4-BE49-F238E27FC236}">
                <a16:creationId xmlns:a16="http://schemas.microsoft.com/office/drawing/2014/main" id="{09F58ACF-77A0-4F81-89C0-13211B1AE202}"/>
              </a:ext>
            </a:extLst>
          </p:cNvPr>
          <p:cNvSpPr>
            <a:spLocks xmlns:a="http://schemas.openxmlformats.org/drawingml/2006/main" noGrp="1"/>
          </p:cNvSpPr>
          <p:nvPr/>
        </p:nvSpPr>
        <p:spPr>
          <a:xfrm xmlns:a="http://schemas.openxmlformats.org/drawingml/2006/main">
            <a:off x="609600" y="1609725"/>
            <a:ext cx="4095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766B"/>
                </a:solidFill>
                <a:latin typeface="Arial"/>
                <a:ea typeface="Arial"/>
                <a:cs typeface="Arial"/>
              </a:defRPr>
            </a:defPPr>
            <a:lvl1pPr>
              <a:defRPr sz="5700" b="1">
                <a:solidFill>
                  <a:srgbClr val="14766B"/>
                </a:solidFill>
                <a:latin typeface="Arial"/>
                <a:ea typeface="Arial"/>
                <a:cs typeface="Arial"/>
              </a:defRPr>
            </a:lvl1pPr>
            <a:lvl2pPr>
              <a:defRPr sz="5700" b="1">
                <a:solidFill>
                  <a:srgbClr val="14766B"/>
                </a:solidFill>
                <a:latin typeface="Arial"/>
                <a:ea typeface="Arial"/>
                <a:cs typeface="Arial"/>
              </a:defRPr>
            </a:lvl2pPr>
            <a:lvl3pPr>
              <a:defRPr sz="5700" b="1">
                <a:solidFill>
                  <a:srgbClr val="14766B"/>
                </a:solidFill>
                <a:latin typeface="Arial"/>
                <a:ea typeface="Arial"/>
                <a:cs typeface="Arial"/>
              </a:defRPr>
            </a:lvl3pPr>
            <a:lvl4pPr>
              <a:defRPr sz="5700" b="1">
                <a:solidFill>
                  <a:srgbClr val="14766B"/>
                </a:solidFill>
                <a:latin typeface="Arial"/>
                <a:ea typeface="Arial"/>
                <a:cs typeface="Arial"/>
              </a:defRPr>
            </a:lvl4pPr>
            <a:lvl5pPr>
              <a:defRPr sz="5700" b="1">
                <a:solidFill>
                  <a:srgbClr val="14766B"/>
                </a:solidFill>
                <a:latin typeface="Arial"/>
                <a:ea typeface="Arial"/>
                <a:cs typeface="Arial"/>
              </a:defRPr>
            </a:lvl5pPr>
            <a:lvl6pPr>
              <a:defRPr sz="5700" b="1">
                <a:solidFill>
                  <a:srgbClr val="14766B"/>
                </a:solidFill>
                <a:latin typeface="Arial"/>
                <a:ea typeface="Arial"/>
                <a:cs typeface="Arial"/>
              </a:defRPr>
            </a:lvl6pPr>
            <a:lvl7pPr>
              <a:defRPr sz="5700" b="1">
                <a:solidFill>
                  <a:srgbClr val="14766B"/>
                </a:solidFill>
                <a:latin typeface="Arial"/>
                <a:ea typeface="Arial"/>
                <a:cs typeface="Arial"/>
              </a:defRPr>
            </a:lvl7pPr>
            <a:lvl8pPr>
              <a:defRPr sz="5700" b="1">
                <a:solidFill>
                  <a:srgbClr val="14766B"/>
                </a:solidFill>
                <a:latin typeface="Arial"/>
                <a:ea typeface="Arial"/>
                <a:cs typeface="Arial"/>
              </a:defRPr>
            </a:lvl8pPr>
            <a:lvl9pPr>
              <a:defRPr sz="5700" b="1">
                <a:solidFill>
                  <a:srgbClr val="14766B"/>
                </a:solidFill>
                <a:latin typeface="Arial"/>
                <a:ea typeface="Arial"/>
                <a:cs typeface="Arial"/>
              </a:defRPr>
            </a:lvl9pPr>
          </a:lstStyle>
          <a:p xmlns:a="http://schemas.openxmlformats.org/drawingml/2006/main">
            <a:pPr>
              <a:defRPr sz="5700" b="1">
                <a:solidFill>
                  <a:srgbClr val="14766B"/>
                </a:solidFill>
                <a:latin typeface="Arial"/>
                <a:ea typeface="Arial"/>
                <a:cs typeface="Arial"/>
              </a:defRPr>
            </a:pPr>
            <a:r>
              <a:rPr sz="5700" b="1">
                <a:solidFill>
                  <a:srgbClr val="14766B"/>
                </a:solidFill>
                <a:latin typeface="Arial"/>
                <a:ea typeface="Arial"/>
                <a:cs typeface="Arial"/>
              </a:rPr>
              <a:t>42</a:t>
            </a:r>
          </a:p>
        </p:txBody>
      </p:sp>
      <p:sp>
        <p:nvSpPr>
          <p:cNvPr id="4" name="">
            <a:extLst xmlns:a="http://schemas.openxmlformats.org/drawingml/2006/main">
              <a:ext uri="{FF2B5EF4-FFF2-40B4-BE49-F238E27FC236}">
                <a16:creationId xmlns:a16="http://schemas.microsoft.com/office/drawing/2014/main" id="{48320B9F-F88E-460D-A971-E9FB9A741C80}"/>
              </a:ext>
            </a:extLst>
          </p:cNvPr>
          <p:cNvSpPr>
            <a:spLocks xmlns:a="http://schemas.openxmlformats.org/drawingml/2006/main" noGrp="1"/>
          </p:cNvSpPr>
          <p:nvPr/>
        </p:nvSpPr>
        <p:spPr>
          <a:xfrm xmlns:a="http://schemas.openxmlformats.org/drawingml/2006/main">
            <a:off x="609600" y="26384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C36"/>
                </a:solidFill>
                <a:latin typeface="Arial"/>
                <a:ea typeface="Arial"/>
                <a:cs typeface="Arial"/>
              </a:defRPr>
            </a:defPPr>
            <a:lvl1pPr>
              <a:defRPr sz="2100" b="0">
                <a:solidFill>
                  <a:srgbClr val="163C36"/>
                </a:solidFill>
                <a:latin typeface="Arial"/>
                <a:ea typeface="Arial"/>
                <a:cs typeface="Arial"/>
              </a:defRPr>
            </a:lvl1pPr>
            <a:lvl2pPr>
              <a:defRPr sz="2100" b="0">
                <a:solidFill>
                  <a:srgbClr val="163C36"/>
                </a:solidFill>
                <a:latin typeface="Arial"/>
                <a:ea typeface="Arial"/>
                <a:cs typeface="Arial"/>
              </a:defRPr>
            </a:lvl2pPr>
            <a:lvl3pPr>
              <a:defRPr sz="2100" b="0">
                <a:solidFill>
                  <a:srgbClr val="163C36"/>
                </a:solidFill>
                <a:latin typeface="Arial"/>
                <a:ea typeface="Arial"/>
                <a:cs typeface="Arial"/>
              </a:defRPr>
            </a:lvl3pPr>
            <a:lvl4pPr>
              <a:defRPr sz="2100" b="0">
                <a:solidFill>
                  <a:srgbClr val="163C36"/>
                </a:solidFill>
                <a:latin typeface="Arial"/>
                <a:ea typeface="Arial"/>
                <a:cs typeface="Arial"/>
              </a:defRPr>
            </a:lvl4pPr>
            <a:lvl5pPr>
              <a:defRPr sz="2100" b="0">
                <a:solidFill>
                  <a:srgbClr val="163C36"/>
                </a:solidFill>
                <a:latin typeface="Arial"/>
                <a:ea typeface="Arial"/>
                <a:cs typeface="Arial"/>
              </a:defRPr>
            </a:lvl5pPr>
            <a:lvl6pPr>
              <a:defRPr sz="2100" b="0">
                <a:solidFill>
                  <a:srgbClr val="163C36"/>
                </a:solidFill>
                <a:latin typeface="Arial"/>
                <a:ea typeface="Arial"/>
                <a:cs typeface="Arial"/>
              </a:defRPr>
            </a:lvl6pPr>
            <a:lvl7pPr>
              <a:defRPr sz="2100" b="0">
                <a:solidFill>
                  <a:srgbClr val="163C36"/>
                </a:solidFill>
                <a:latin typeface="Arial"/>
                <a:ea typeface="Arial"/>
                <a:cs typeface="Arial"/>
              </a:defRPr>
            </a:lvl7pPr>
            <a:lvl8pPr>
              <a:defRPr sz="2100" b="0">
                <a:solidFill>
                  <a:srgbClr val="163C36"/>
                </a:solidFill>
                <a:latin typeface="Arial"/>
                <a:ea typeface="Arial"/>
                <a:cs typeface="Arial"/>
              </a:defRPr>
            </a:lvl8pPr>
            <a:lvl9pPr>
              <a:defRPr sz="2100" b="0">
                <a:solidFill>
                  <a:srgbClr val="163C36"/>
                </a:solidFill>
                <a:latin typeface="Arial"/>
                <a:ea typeface="Arial"/>
                <a:cs typeface="Arial"/>
              </a:defRPr>
            </a:lvl9pPr>
          </a:lstStyle>
          <a:p xmlns:a="http://schemas.openxmlformats.org/drawingml/2006/main">
            <a:pPr>
              <a:defRPr sz="2100" b="0">
                <a:solidFill>
                  <a:srgbClr val="163C36"/>
                </a:solidFill>
                <a:latin typeface="Arial"/>
                <a:ea typeface="Arial"/>
                <a:cs typeface="Arial"/>
              </a:defRPr>
            </a:pPr>
            <a:r>
              <a:rPr sz="2100" b="0">
                <a:solidFill>
                  <a:srgbClr val="163C36"/>
                </a:solidFill>
                <a:latin typeface="Arial"/>
                <a:ea typeface="Arial"/>
                <a:cs typeface="Arial"/>
              </a:rPr>
              <a:t>passing automated tests</a:t>
            </a:r>
          </a:p>
        </p:txBody>
      </p:sp>
      <p:sp>
        <p:nvSpPr>
          <p:cNvPr id="5" name="">
            <a:extLst xmlns:a="http://schemas.openxmlformats.org/drawingml/2006/main">
              <a:ext uri="{FF2B5EF4-FFF2-40B4-BE49-F238E27FC236}">
                <a16:creationId xmlns:a16="http://schemas.microsoft.com/office/drawing/2014/main" id="{8521ED6B-B046-4305-9AE9-2509BF984C08}"/>
              </a:ext>
            </a:extLst>
          </p:cNvPr>
          <p:cNvSpPr>
            <a:spLocks xmlns:a="http://schemas.openxmlformats.org/drawingml/2006/main" noGrp="1"/>
          </p:cNvSpPr>
          <p:nvPr/>
        </p:nvSpPr>
        <p:spPr>
          <a:xfrm xmlns:a="http://schemas.openxmlformats.org/drawingml/2006/main">
            <a:off x="5572125" y="1781175"/>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63C36"/>
                </a:solidFill>
                <a:latin typeface="Arial"/>
                <a:ea typeface="Arial"/>
                <a:cs typeface="Arial"/>
              </a:defRPr>
            </a:defPPr>
            <a:lvl1pPr>
              <a:defRPr sz="2550" b="0">
                <a:solidFill>
                  <a:srgbClr val="163C36"/>
                </a:solidFill>
                <a:latin typeface="Arial"/>
                <a:ea typeface="Arial"/>
                <a:cs typeface="Arial"/>
              </a:defRPr>
            </a:lvl1pPr>
            <a:lvl2pPr>
              <a:defRPr sz="2550" b="0">
                <a:solidFill>
                  <a:srgbClr val="163C36"/>
                </a:solidFill>
                <a:latin typeface="Arial"/>
                <a:ea typeface="Arial"/>
                <a:cs typeface="Arial"/>
              </a:defRPr>
            </a:lvl2pPr>
            <a:lvl3pPr>
              <a:defRPr sz="2550" b="0">
                <a:solidFill>
                  <a:srgbClr val="163C36"/>
                </a:solidFill>
                <a:latin typeface="Arial"/>
                <a:ea typeface="Arial"/>
                <a:cs typeface="Arial"/>
              </a:defRPr>
            </a:lvl3pPr>
            <a:lvl4pPr>
              <a:defRPr sz="2550" b="0">
                <a:solidFill>
                  <a:srgbClr val="163C36"/>
                </a:solidFill>
                <a:latin typeface="Arial"/>
                <a:ea typeface="Arial"/>
                <a:cs typeface="Arial"/>
              </a:defRPr>
            </a:lvl4pPr>
            <a:lvl5pPr>
              <a:defRPr sz="2550" b="0">
                <a:solidFill>
                  <a:srgbClr val="163C36"/>
                </a:solidFill>
                <a:latin typeface="Arial"/>
                <a:ea typeface="Arial"/>
                <a:cs typeface="Arial"/>
              </a:defRPr>
            </a:lvl5pPr>
            <a:lvl6pPr>
              <a:defRPr sz="2550" b="0">
                <a:solidFill>
                  <a:srgbClr val="163C36"/>
                </a:solidFill>
                <a:latin typeface="Arial"/>
                <a:ea typeface="Arial"/>
                <a:cs typeface="Arial"/>
              </a:defRPr>
            </a:lvl6pPr>
            <a:lvl7pPr>
              <a:defRPr sz="2550" b="0">
                <a:solidFill>
                  <a:srgbClr val="163C36"/>
                </a:solidFill>
                <a:latin typeface="Arial"/>
                <a:ea typeface="Arial"/>
                <a:cs typeface="Arial"/>
              </a:defRPr>
            </a:lvl7pPr>
            <a:lvl8pPr>
              <a:defRPr sz="2550" b="0">
                <a:solidFill>
                  <a:srgbClr val="163C36"/>
                </a:solidFill>
                <a:latin typeface="Arial"/>
                <a:ea typeface="Arial"/>
                <a:cs typeface="Arial"/>
              </a:defRPr>
            </a:lvl8pPr>
            <a:lvl9pPr>
              <a:defRPr sz="2550" b="0">
                <a:solidFill>
                  <a:srgbClr val="163C36"/>
                </a:solidFill>
                <a:latin typeface="Arial"/>
                <a:ea typeface="Arial"/>
                <a:cs typeface="Arial"/>
              </a:defRPr>
            </a:lvl9pPr>
          </a:lstStyle>
          <a:p xmlns:a="http://schemas.openxmlformats.org/drawingml/2006/main">
            <a:pPr>
              <a:defRPr sz="2550" b="0">
                <a:solidFill>
                  <a:srgbClr val="163C36"/>
                </a:solidFill>
                <a:latin typeface="Arial"/>
                <a:ea typeface="Arial"/>
                <a:cs typeface="Arial"/>
              </a:defRPr>
            </a:pPr>
            <a:r>
              <a:rPr sz="2550" b="0">
                <a:solidFill>
                  <a:srgbClr val="163C36"/>
                </a:solidFill>
                <a:latin typeface="Arial"/>
                <a:ea typeface="Arial"/>
                <a:cs typeface="Arial"/>
              </a:rPr>
              <a:t>I used Codex to build the interface, specialist loops and retrieval fixes.</a:t>
            </a:r>
          </a:p>
        </p:txBody>
      </p:sp>
      <p:graphicFrame>
        <p:nvGraphicFramePr>
          <p:cNvPr id="6" name="">
            <a:extLst xmlns:a="http://schemas.openxmlformats.org/drawingml/2006/main">
              <a:ext uri="{FF2B5EF4-FFF2-40B4-BE49-F238E27FC236}">
                <a16:creationId xmlns:a16="http://schemas.microsoft.com/office/drawing/2014/main" id="{A27BEE2D-5F2D-43E0-9AF7-E175873DD7C6}"/>
              </a:ext>
            </a:extLst>
          </p:cNvPr>
          <p:cNvGraphicFramePr/>
          <p:nvPr/>
        </p:nvGraphicFramePr>
        <p:xfrm>
          <a:off xmlns:a="http://schemas.openxmlformats.org/drawingml/2006/main" x="609600" y="3667125"/>
          <a:ext xmlns:a="http://schemas.openxmlformats.org/drawingml/2006/main" cx="10953750" cy="2000250"/>
        </p:xfrm>
        <a:graphic xmlns:a="http://schemas.openxmlformats.org/drawingml/2006/main">
          <a:graphicData uri="http://schemas.openxmlformats.org/drawingml/2006/table">
            <a:tbl>
              <a:tblPr/>
              <a:tblGrid>
                <a:gridCol w="3429000"/>
                <a:gridCol w="7524750"/>
              </a:tblGrid>
              <a:tr h="666750">
                <a:tc>
                  <a:txBody>
                    <a:bodyPr lIns="152400" tIns="152400" rIns="152400" bIns="152400"/>
                    <a:lstStyle/>
                    <a:p>
                      <a:r>
                        <a:rPr sz="1950" b="1">
                          <a:solidFill>
                            <a:srgbClr val="FFFFFF"/>
                          </a:solidFill>
                          <a:latin typeface="Arial"/>
                          <a:ea typeface="Arial"/>
                          <a:cs typeface="Arial"/>
                        </a:rPr>
                        <a:t>Test area</a:t>
                      </a:r>
                    </a:p>
                  </a:txBody>
                  <a:tcPr marL="91440" marR="91440" marT="45720" marB="45720">
                    <a:lnL w="9525">
                      <a:solidFill>
                        <a:srgbClr val="D8E5DF"/>
                      </a:solidFill>
                      <a:prstDash val="solid"/>
                    </a:lnL>
                    <a:lnR w="9525">
                      <a:solidFill>
                        <a:srgbClr val="D8E5DF"/>
                      </a:solidFill>
                      <a:prstDash val="solid"/>
                    </a:lnR>
                    <a:lnT w="9525">
                      <a:solidFill>
                        <a:srgbClr val="D8E5DF"/>
                      </a:solidFill>
                      <a:prstDash val="solid"/>
                    </a:lnT>
                    <a:lnB w="9525">
                      <a:solidFill>
                        <a:srgbClr val="D8E5DF"/>
                      </a:solidFill>
                      <a:prstDash val="solid"/>
                    </a:lnB>
                    <a:solidFill>
                      <a:srgbClr val="163C36"/>
                    </a:solidFill>
                  </a:tcPr>
                </a:tc>
                <a:tc>
                  <a:txBody>
                    <a:bodyPr lIns="152400" tIns="152400" rIns="152400" bIns="152400"/>
                    <a:lstStyle/>
                    <a:p>
                      <a:r>
                        <a:rPr sz="1950" b="1">
                          <a:solidFill>
                            <a:srgbClr val="FFFFFF"/>
                          </a:solidFill>
                          <a:latin typeface="Arial"/>
                          <a:ea typeface="Arial"/>
                          <a:cs typeface="Arial"/>
                        </a:rPr>
                        <a:t>Examples</a:t>
                      </a:r>
                    </a:p>
                  </a:txBody>
                  <a:tcPr marL="91440" marR="91440" marT="45720" marB="45720">
                    <a:lnR w="9525">
                      <a:solidFill>
                        <a:srgbClr val="D8E5DF"/>
                      </a:solidFill>
                      <a:prstDash val="solid"/>
                    </a:lnR>
                    <a:lnT w="9525">
                      <a:solidFill>
                        <a:srgbClr val="D8E5DF"/>
                      </a:solidFill>
                      <a:prstDash val="solid"/>
                    </a:lnT>
                    <a:lnB w="9525">
                      <a:solidFill>
                        <a:srgbClr val="D8E5DF"/>
                      </a:solidFill>
                      <a:prstDash val="solid"/>
                    </a:lnB>
                    <a:solidFill>
                      <a:srgbClr val="163C36"/>
                    </a:solidFill>
                  </a:tcPr>
                </a:tc>
              </a:tr>
              <a:tr h="666750">
                <a:tc>
                  <a:txBody>
                    <a:bodyPr lIns="152400" tIns="152400" rIns="152400" bIns="152400"/>
                    <a:lstStyle/>
                    <a:p>
                      <a:r>
                        <a:rPr sz="1950" b="0">
                          <a:solidFill>
                            <a:srgbClr val="163C36"/>
                          </a:solidFill>
                          <a:latin typeface="Arial"/>
                          <a:ea typeface="Arial"/>
                          <a:cs typeface="Arial"/>
                        </a:rPr>
                        <a:t>Approval and posting</a:t>
                      </a:r>
                    </a:p>
                  </a:txBody>
                  <a:tcPr marL="91440" marR="91440" marT="45720" marB="45720">
                    <a:lnL w="9525">
                      <a:solidFill>
                        <a:srgbClr val="D8E5DF"/>
                      </a:solidFill>
                      <a:prstDash val="solid"/>
                    </a:lnL>
                    <a:lnR w="9525">
                      <a:solidFill>
                        <a:srgbClr val="D8E5DF"/>
                      </a:solidFill>
                      <a:prstDash val="solid"/>
                    </a:lnR>
                    <a:lnB w="9525">
                      <a:solidFill>
                        <a:srgbClr val="D8E5DF"/>
                      </a:solidFill>
                      <a:prstDash val="solid"/>
                    </a:lnB>
                    <a:solidFill>
                      <a:srgbClr val="EBF3F0"/>
                    </a:solidFill>
                  </a:tcPr>
                </a:tc>
                <a:tc>
                  <a:txBody>
                    <a:bodyPr lIns="152400" tIns="152400" rIns="152400" bIns="152400"/>
                    <a:lstStyle/>
                    <a:p>
                      <a:r>
                        <a:rPr sz="1950" b="0">
                          <a:solidFill>
                            <a:srgbClr val="163C36"/>
                          </a:solidFill>
                          <a:latin typeface="Arial"/>
                          <a:ea typeface="Arial"/>
                          <a:cs typeface="Arial"/>
                        </a:rPr>
                        <a:t>Selection, stale commits, uncertain writes</a:t>
                      </a:r>
                    </a:p>
                  </a:txBody>
                  <a:tcPr marL="91440" marR="91440" marT="45720" marB="45720">
                    <a:lnR w="9525">
                      <a:solidFill>
                        <a:srgbClr val="D8E5DF"/>
                      </a:solidFill>
                      <a:prstDash val="solid"/>
                    </a:lnR>
                    <a:lnB w="9525">
                      <a:solidFill>
                        <a:srgbClr val="D8E5DF"/>
                      </a:solidFill>
                      <a:prstDash val="solid"/>
                    </a:lnB>
                    <a:solidFill>
                      <a:srgbClr val="EBF3F0"/>
                    </a:solidFill>
                  </a:tcPr>
                </a:tc>
              </a:tr>
              <a:tr h="666750">
                <a:tc>
                  <a:txBody>
                    <a:bodyPr lIns="152400" tIns="152400" rIns="152400" bIns="152400"/>
                    <a:lstStyle/>
                    <a:p>
                      <a:r>
                        <a:rPr sz="1950" b="0">
                          <a:solidFill>
                            <a:srgbClr val="163C36"/>
                          </a:solidFill>
                          <a:latin typeface="Arial"/>
                          <a:ea typeface="Arial"/>
                          <a:cs typeface="Arial"/>
                        </a:rPr>
                        <a:t>Evidence and retrieval</a:t>
                      </a:r>
                    </a:p>
                  </a:txBody>
                  <a:tcPr marL="91440" marR="91440" marT="45720" marB="45720">
                    <a:lnL w="9525">
                      <a:solidFill>
                        <a:srgbClr val="D8E5DF"/>
                      </a:solidFill>
                      <a:prstDash val="solid"/>
                    </a:lnL>
                    <a:lnR w="9525">
                      <a:solidFill>
                        <a:srgbClr val="D8E5DF"/>
                      </a:solidFill>
                      <a:prstDash val="solid"/>
                    </a:lnR>
                    <a:lnB w="9525">
                      <a:solidFill>
                        <a:srgbClr val="D8E5DF"/>
                      </a:solidFill>
                      <a:prstDash val="solid"/>
                    </a:lnB>
                    <a:solidFill>
                      <a:srgbClr val="FFFFFF"/>
                    </a:solidFill>
                  </a:tcPr>
                </a:tc>
                <a:tc>
                  <a:txBody>
                    <a:bodyPr lIns="152400" tIns="152400" rIns="152400" bIns="152400"/>
                    <a:lstStyle/>
                    <a:p>
                      <a:r>
                        <a:rPr sz="1950" b="0">
                          <a:solidFill>
                            <a:srgbClr val="163C36"/>
                          </a:solidFill>
                          <a:latin typeface="Arial"/>
                          <a:ea typeface="Arial"/>
                          <a:cs typeface="Arial"/>
                        </a:rPr>
                        <a:t>Diff anchoring, paging, searches, limits</a:t>
                      </a:r>
                    </a:p>
                  </a:txBody>
                  <a:tcPr marL="91440" marR="91440" marT="45720" marB="45720">
                    <a:lnR w="9525">
                      <a:solidFill>
                        <a:srgbClr val="D8E5DF"/>
                      </a:solidFill>
                      <a:prstDash val="solid"/>
                    </a:lnR>
                    <a:lnB w="9525">
                      <a:solidFill>
                        <a:srgbClr val="D8E5DF"/>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DD39B13-8BA8-4515-8941-9488A1C58BC9}"/>
              </a:ext>
            </a:extLst>
          </p:cNvPr>
          <p:cNvSpPr>
            <a:spLocks xmlns:a="http://schemas.openxmlformats.org/drawingml/2006/main" noGrp="1"/>
          </p:cNvSpPr>
          <p:nvPr/>
        </p:nvSpPr>
        <p:spPr>
          <a:xfrm xmlns:a="http://schemas.openxmlformats.org/drawingml/2006/main">
            <a:off x="609600" y="58864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D68"/>
                </a:solidFill>
                <a:latin typeface="Arial"/>
                <a:ea typeface="Arial"/>
                <a:cs typeface="Arial"/>
              </a:defRPr>
            </a:defPPr>
            <a:lvl1pPr>
              <a:defRPr sz="1575" b="0">
                <a:solidFill>
                  <a:srgbClr val="526D68"/>
                </a:solidFill>
                <a:latin typeface="Arial"/>
                <a:ea typeface="Arial"/>
                <a:cs typeface="Arial"/>
              </a:defRPr>
            </a:lvl1pPr>
            <a:lvl2pPr>
              <a:defRPr sz="1575" b="0">
                <a:solidFill>
                  <a:srgbClr val="526D68"/>
                </a:solidFill>
                <a:latin typeface="Arial"/>
                <a:ea typeface="Arial"/>
                <a:cs typeface="Arial"/>
              </a:defRPr>
            </a:lvl2pPr>
            <a:lvl3pPr>
              <a:defRPr sz="1575" b="0">
                <a:solidFill>
                  <a:srgbClr val="526D68"/>
                </a:solidFill>
                <a:latin typeface="Arial"/>
                <a:ea typeface="Arial"/>
                <a:cs typeface="Arial"/>
              </a:defRPr>
            </a:lvl3pPr>
            <a:lvl4pPr>
              <a:defRPr sz="1575" b="0">
                <a:solidFill>
                  <a:srgbClr val="526D68"/>
                </a:solidFill>
                <a:latin typeface="Arial"/>
                <a:ea typeface="Arial"/>
                <a:cs typeface="Arial"/>
              </a:defRPr>
            </a:lvl4pPr>
            <a:lvl5pPr>
              <a:defRPr sz="1575" b="0">
                <a:solidFill>
                  <a:srgbClr val="526D68"/>
                </a:solidFill>
                <a:latin typeface="Arial"/>
                <a:ea typeface="Arial"/>
                <a:cs typeface="Arial"/>
              </a:defRPr>
            </a:lvl5pPr>
            <a:lvl6pPr>
              <a:defRPr sz="1575" b="0">
                <a:solidFill>
                  <a:srgbClr val="526D68"/>
                </a:solidFill>
                <a:latin typeface="Arial"/>
                <a:ea typeface="Arial"/>
                <a:cs typeface="Arial"/>
              </a:defRPr>
            </a:lvl6pPr>
            <a:lvl7pPr>
              <a:defRPr sz="1575" b="0">
                <a:solidFill>
                  <a:srgbClr val="526D68"/>
                </a:solidFill>
                <a:latin typeface="Arial"/>
                <a:ea typeface="Arial"/>
                <a:cs typeface="Arial"/>
              </a:defRPr>
            </a:lvl7pPr>
            <a:lvl8pPr>
              <a:defRPr sz="1575" b="0">
                <a:solidFill>
                  <a:srgbClr val="526D68"/>
                </a:solidFill>
                <a:latin typeface="Arial"/>
                <a:ea typeface="Arial"/>
                <a:cs typeface="Arial"/>
              </a:defRPr>
            </a:lvl8pPr>
            <a:lvl9pPr>
              <a:defRPr sz="1575" b="0">
                <a:solidFill>
                  <a:srgbClr val="526D68"/>
                </a:solidFill>
                <a:latin typeface="Arial"/>
                <a:ea typeface="Arial"/>
                <a:cs typeface="Arial"/>
              </a:defRPr>
            </a:lvl9pPr>
          </a:lstStyle>
          <a:p xmlns:a="http://schemas.openxmlformats.org/drawingml/2006/main">
            <a:pPr>
              <a:defRPr sz="1575" b="0">
                <a:solidFill>
                  <a:srgbClr val="526D68"/>
                </a:solidFill>
                <a:latin typeface="Arial"/>
                <a:ea typeface="Arial"/>
                <a:cs typeface="Arial"/>
              </a:defRPr>
            </a:pPr>
            <a:r>
              <a:rPr sz="1575" b="0">
                <a:solidFill>
                  <a:srgbClr val="526D68"/>
                </a:solidFill>
                <a:latin typeface="Arial"/>
                <a:ea typeface="Arial"/>
                <a:cs typeface="Arial"/>
              </a:rPr>
              <a:t>Finding accuracy still needs independent assessment. Checkpoints last for the session.</a:t>
            </a:r>
          </a:p>
        </p:txBody>
      </p:sp>
    </p:spTree>
    <p:extLst>
      <p:ext uri="{BB962C8B-B14F-4D97-AF65-F5344CB8AC3E}">
        <p14:creationId xmlns:p14="http://schemas.microsoft.com/office/powerpoint/2010/main" val="7287863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C1C87D-AB0E-446B-B441-81DA2A7795D3}"/>
              </a:ext>
            </a:extLst>
          </p:cNvPr>
          <p:cNvSpPr>
            <a:spLocks xmlns:a="http://schemas.openxmlformats.org/drawingml/2006/main" noGrp="1"/>
          </p:cNvSpPr>
          <p:nvPr/>
        </p:nvSpPr>
        <p:spPr>
          <a:xfrm xmlns:a="http://schemas.openxmlformats.org/drawingml/2006/main">
            <a:off x="609600" y="4381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C36"/>
                </a:solidFill>
                <a:latin typeface="Arial"/>
                <a:ea typeface="Arial"/>
                <a:cs typeface="Arial"/>
              </a:defRPr>
            </a:defPPr>
            <a:lvl1pPr>
              <a:defRPr sz="3300" b="1">
                <a:solidFill>
                  <a:srgbClr val="163C36"/>
                </a:solidFill>
                <a:latin typeface="Arial"/>
                <a:ea typeface="Arial"/>
                <a:cs typeface="Arial"/>
              </a:defRPr>
            </a:lvl1pPr>
            <a:lvl2pPr>
              <a:defRPr sz="3300" b="1">
                <a:solidFill>
                  <a:srgbClr val="163C36"/>
                </a:solidFill>
                <a:latin typeface="Arial"/>
                <a:ea typeface="Arial"/>
                <a:cs typeface="Arial"/>
              </a:defRPr>
            </a:lvl2pPr>
            <a:lvl3pPr>
              <a:defRPr sz="3300" b="1">
                <a:solidFill>
                  <a:srgbClr val="163C36"/>
                </a:solidFill>
                <a:latin typeface="Arial"/>
                <a:ea typeface="Arial"/>
                <a:cs typeface="Arial"/>
              </a:defRPr>
            </a:lvl3pPr>
            <a:lvl4pPr>
              <a:defRPr sz="3300" b="1">
                <a:solidFill>
                  <a:srgbClr val="163C36"/>
                </a:solidFill>
                <a:latin typeface="Arial"/>
                <a:ea typeface="Arial"/>
                <a:cs typeface="Arial"/>
              </a:defRPr>
            </a:lvl4pPr>
            <a:lvl5pPr>
              <a:defRPr sz="3300" b="1">
                <a:solidFill>
                  <a:srgbClr val="163C36"/>
                </a:solidFill>
                <a:latin typeface="Arial"/>
                <a:ea typeface="Arial"/>
                <a:cs typeface="Arial"/>
              </a:defRPr>
            </a:lvl5pPr>
            <a:lvl6pPr>
              <a:defRPr sz="3300" b="1">
                <a:solidFill>
                  <a:srgbClr val="163C36"/>
                </a:solidFill>
                <a:latin typeface="Arial"/>
                <a:ea typeface="Arial"/>
                <a:cs typeface="Arial"/>
              </a:defRPr>
            </a:lvl6pPr>
            <a:lvl7pPr>
              <a:defRPr sz="3300" b="1">
                <a:solidFill>
                  <a:srgbClr val="163C36"/>
                </a:solidFill>
                <a:latin typeface="Arial"/>
                <a:ea typeface="Arial"/>
                <a:cs typeface="Arial"/>
              </a:defRPr>
            </a:lvl7pPr>
            <a:lvl8pPr>
              <a:defRPr sz="3300" b="1">
                <a:solidFill>
                  <a:srgbClr val="163C36"/>
                </a:solidFill>
                <a:latin typeface="Arial"/>
                <a:ea typeface="Arial"/>
                <a:cs typeface="Arial"/>
              </a:defRPr>
            </a:lvl8pPr>
            <a:lvl9pPr>
              <a:defRPr sz="3300" b="1">
                <a:solidFill>
                  <a:srgbClr val="163C36"/>
                </a:solidFill>
                <a:latin typeface="Arial"/>
                <a:ea typeface="Arial"/>
                <a:cs typeface="Arial"/>
              </a:defRPr>
            </a:lvl9pPr>
          </a:lstStyle>
          <a:p xmlns:a="http://schemas.openxmlformats.org/drawingml/2006/main">
            <a:pPr>
              <a:defRPr sz="3300" b="1">
                <a:solidFill>
                  <a:srgbClr val="163C36"/>
                </a:solidFill>
                <a:latin typeface="Arial"/>
                <a:ea typeface="Arial"/>
                <a:cs typeface="Arial"/>
              </a:defRPr>
            </a:pPr>
            <a:r>
              <a:rPr sz="3300" b="1">
                <a:solidFill>
                  <a:srgbClr val="163C36"/>
                </a:solidFill>
                <a:latin typeface="Arial"/>
                <a:ea typeface="Arial"/>
                <a:cs typeface="Arial"/>
              </a:rPr>
              <a:t>Deployed app and published evidence</a:t>
            </a:r>
          </a:p>
        </p:txBody>
      </p:sp>
      <p:sp>
        <p:nvSpPr>
          <p:cNvPr id="2" name="">
            <a:extLst xmlns:a="http://schemas.openxmlformats.org/drawingml/2006/main">
              <a:ext uri="{FF2B5EF4-FFF2-40B4-BE49-F238E27FC236}">
                <a16:creationId xmlns:a16="http://schemas.microsoft.com/office/drawing/2014/main" id="{C1161444-AB92-457B-9247-A86ECCE6700E}"/>
              </a:ext>
            </a:extLst>
          </p:cNvPr>
          <p:cNvSpPr>
            <a:spLocks xmlns:a="http://schemas.openxmlformats.org/drawingml/2006/main" noGrp="1"/>
          </p:cNvSpPr>
          <p:nvPr/>
        </p:nvSpPr>
        <p:spPr>
          <a:xfrm xmlns:a="http://schemas.openxmlformats.org/drawingml/2006/main">
            <a:off x="9048750" y="62865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D68"/>
                </a:solidFill>
                <a:latin typeface="Arial"/>
                <a:ea typeface="Arial"/>
                <a:cs typeface="Arial"/>
              </a:defRPr>
            </a:defPPr>
            <a:lvl1pPr>
              <a:defRPr sz="1275" b="0">
                <a:solidFill>
                  <a:srgbClr val="526D68"/>
                </a:solidFill>
                <a:latin typeface="Arial"/>
                <a:ea typeface="Arial"/>
                <a:cs typeface="Arial"/>
              </a:defRPr>
            </a:lvl1pPr>
            <a:lvl2pPr>
              <a:defRPr sz="1275" b="0">
                <a:solidFill>
                  <a:srgbClr val="526D68"/>
                </a:solidFill>
                <a:latin typeface="Arial"/>
                <a:ea typeface="Arial"/>
                <a:cs typeface="Arial"/>
              </a:defRPr>
            </a:lvl2pPr>
            <a:lvl3pPr>
              <a:defRPr sz="1275" b="0">
                <a:solidFill>
                  <a:srgbClr val="526D68"/>
                </a:solidFill>
                <a:latin typeface="Arial"/>
                <a:ea typeface="Arial"/>
                <a:cs typeface="Arial"/>
              </a:defRPr>
            </a:lvl3pPr>
            <a:lvl4pPr>
              <a:defRPr sz="1275" b="0">
                <a:solidFill>
                  <a:srgbClr val="526D68"/>
                </a:solidFill>
                <a:latin typeface="Arial"/>
                <a:ea typeface="Arial"/>
                <a:cs typeface="Arial"/>
              </a:defRPr>
            </a:lvl4pPr>
            <a:lvl5pPr>
              <a:defRPr sz="1275" b="0">
                <a:solidFill>
                  <a:srgbClr val="526D68"/>
                </a:solidFill>
                <a:latin typeface="Arial"/>
                <a:ea typeface="Arial"/>
                <a:cs typeface="Arial"/>
              </a:defRPr>
            </a:lvl5pPr>
            <a:lvl6pPr>
              <a:defRPr sz="1275" b="0">
                <a:solidFill>
                  <a:srgbClr val="526D68"/>
                </a:solidFill>
                <a:latin typeface="Arial"/>
                <a:ea typeface="Arial"/>
                <a:cs typeface="Arial"/>
              </a:defRPr>
            </a:lvl6pPr>
            <a:lvl7pPr>
              <a:defRPr sz="1275" b="0">
                <a:solidFill>
                  <a:srgbClr val="526D68"/>
                </a:solidFill>
                <a:latin typeface="Arial"/>
                <a:ea typeface="Arial"/>
                <a:cs typeface="Arial"/>
              </a:defRPr>
            </a:lvl7pPr>
            <a:lvl8pPr>
              <a:defRPr sz="1275" b="0">
                <a:solidFill>
                  <a:srgbClr val="526D68"/>
                </a:solidFill>
                <a:latin typeface="Arial"/>
                <a:ea typeface="Arial"/>
                <a:cs typeface="Arial"/>
              </a:defRPr>
            </a:lvl8pPr>
            <a:lvl9pPr>
              <a:defRPr sz="1275" b="0">
                <a:solidFill>
                  <a:srgbClr val="526D68"/>
                </a:solidFill>
                <a:latin typeface="Arial"/>
                <a:ea typeface="Arial"/>
                <a:cs typeface="Arial"/>
              </a:defRPr>
            </a:lvl9pPr>
          </a:lstStyle>
          <a:p xmlns:a="http://schemas.openxmlformats.org/drawingml/2006/main">
            <a:pPr>
              <a:defRPr sz="1275" b="0">
                <a:solidFill>
                  <a:srgbClr val="526D68"/>
                </a:solidFill>
                <a:latin typeface="Arial"/>
                <a:ea typeface="Arial"/>
                <a:cs typeface="Arial"/>
              </a:defRPr>
            </a:pPr>
            <a:r>
              <a:rPr sz="1275" b="0">
                <a:solidFill>
                  <a:srgbClr val="526D68"/>
                </a:solidFill>
                <a:latin typeface="Arial"/>
                <a:ea typeface="Arial"/>
                <a:cs typeface="Arial"/>
              </a:rPr>
              <a:t>4:25–4:40    9 / 9</a:t>
            </a:r>
          </a:p>
        </p:txBody>
      </p:sp>
      <p:sp>
        <p:nvSpPr>
          <p:cNvPr id="3" name="">
            <a:extLst xmlns:a="http://schemas.openxmlformats.org/drawingml/2006/main">
              <a:ext uri="{FF2B5EF4-FFF2-40B4-BE49-F238E27FC236}">
                <a16:creationId xmlns:a16="http://schemas.microsoft.com/office/drawing/2014/main" id="{EE09FA04-8D99-4F8B-AE27-7AE3C4599F3C}"/>
              </a:ext>
            </a:extLst>
          </p:cNvPr>
          <p:cNvSpPr>
            <a:spLocks xmlns:a="http://schemas.openxmlformats.org/drawingml/2006/main" noGrp="1"/>
          </p:cNvSpPr>
          <p:nvPr/>
        </p:nvSpPr>
        <p:spPr>
          <a:xfrm xmlns:a="http://schemas.openxmlformats.org/drawingml/2006/main">
            <a:off x="609600" y="18764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4766B"/>
                </a:solidFill>
                <a:latin typeface="Arial"/>
                <a:ea typeface="Arial"/>
                <a:cs typeface="Arial"/>
              </a:defRPr>
            </a:defPPr>
            <a:lvl1pPr>
              <a:defRPr sz="2700" b="0">
                <a:solidFill>
                  <a:srgbClr val="14766B"/>
                </a:solidFill>
                <a:latin typeface="Arial"/>
                <a:ea typeface="Arial"/>
                <a:cs typeface="Arial"/>
              </a:defRPr>
            </a:lvl1pPr>
            <a:lvl2pPr>
              <a:defRPr sz="2700" b="0">
                <a:solidFill>
                  <a:srgbClr val="14766B"/>
                </a:solidFill>
                <a:latin typeface="Arial"/>
                <a:ea typeface="Arial"/>
                <a:cs typeface="Arial"/>
              </a:defRPr>
            </a:lvl2pPr>
            <a:lvl3pPr>
              <a:defRPr sz="2700" b="0">
                <a:solidFill>
                  <a:srgbClr val="14766B"/>
                </a:solidFill>
                <a:latin typeface="Arial"/>
                <a:ea typeface="Arial"/>
                <a:cs typeface="Arial"/>
              </a:defRPr>
            </a:lvl3pPr>
            <a:lvl4pPr>
              <a:defRPr sz="2700" b="0">
                <a:solidFill>
                  <a:srgbClr val="14766B"/>
                </a:solidFill>
                <a:latin typeface="Arial"/>
                <a:ea typeface="Arial"/>
                <a:cs typeface="Arial"/>
              </a:defRPr>
            </a:lvl4pPr>
            <a:lvl5pPr>
              <a:defRPr sz="2700" b="0">
                <a:solidFill>
                  <a:srgbClr val="14766B"/>
                </a:solidFill>
                <a:latin typeface="Arial"/>
                <a:ea typeface="Arial"/>
                <a:cs typeface="Arial"/>
              </a:defRPr>
            </a:lvl5pPr>
            <a:lvl6pPr>
              <a:defRPr sz="2700" b="0">
                <a:solidFill>
                  <a:srgbClr val="14766B"/>
                </a:solidFill>
                <a:latin typeface="Arial"/>
                <a:ea typeface="Arial"/>
                <a:cs typeface="Arial"/>
              </a:defRPr>
            </a:lvl6pPr>
            <a:lvl7pPr>
              <a:defRPr sz="2700" b="0">
                <a:solidFill>
                  <a:srgbClr val="14766B"/>
                </a:solidFill>
                <a:latin typeface="Arial"/>
                <a:ea typeface="Arial"/>
                <a:cs typeface="Arial"/>
              </a:defRPr>
            </a:lvl7pPr>
            <a:lvl8pPr>
              <a:defRPr sz="2700" b="0">
                <a:solidFill>
                  <a:srgbClr val="14766B"/>
                </a:solidFill>
                <a:latin typeface="Arial"/>
                <a:ea typeface="Arial"/>
                <a:cs typeface="Arial"/>
              </a:defRPr>
            </a:lvl8pPr>
            <a:lvl9pPr>
              <a:defRPr sz="2700" b="0">
                <a:solidFill>
                  <a:srgbClr val="14766B"/>
                </a:solidFill>
                <a:latin typeface="Arial"/>
                <a:ea typeface="Arial"/>
                <a:cs typeface="Arial"/>
              </a:defRPr>
            </a:lvl9pPr>
          </a:lstStyle>
          <a:p xmlns:a="http://schemas.openxmlformats.org/drawingml/2006/main">
            <a:pPr>
              <a:defRPr sz="2700" b="0">
                <a:solidFill>
                  <a:srgbClr val="14766B"/>
                </a:solidFill>
                <a:latin typeface="Arial"/>
                <a:ea typeface="Arial"/>
                <a:cs typeface="Arial"/>
              </a:defRPr>
            </a:pPr>
            <a:r>
              <a:rPr sz="2700" b="0">
                <a:solidFill>
                  <a:srgbClr val="14766B"/>
                </a:solidFill>
                <a:latin typeface="Arial"/>
                <a:ea typeface="Arial"/>
                <a:cs typeface="Arial"/>
                <a:hlinkClick xmlns:r="http://schemas.openxmlformats.org/officeDocument/2006/relationships" r:id="R132d7761265e43ce"/>
              </a:rPr>
              <a:t>Open the deployed Streamlit app</a:t>
            </a:r>
          </a:p>
        </p:txBody>
      </p:sp>
      <p:sp>
        <p:nvSpPr>
          <p:cNvPr id="4" name="">
            <a:extLst xmlns:a="http://schemas.openxmlformats.org/drawingml/2006/main">
              <a:ext uri="{FF2B5EF4-FFF2-40B4-BE49-F238E27FC236}">
                <a16:creationId xmlns:a16="http://schemas.microsoft.com/office/drawing/2014/main" id="{0A716F70-512F-4A19-88CF-A860B05C6D76}"/>
              </a:ext>
            </a:extLst>
          </p:cNvPr>
          <p:cNvSpPr>
            <a:spLocks xmlns:a="http://schemas.openxmlformats.org/drawingml/2006/main" noGrp="1"/>
          </p:cNvSpPr>
          <p:nvPr/>
        </p:nvSpPr>
        <p:spPr>
          <a:xfrm xmlns:a="http://schemas.openxmlformats.org/drawingml/2006/main">
            <a:off x="609600" y="24479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D68"/>
                </a:solidFill>
                <a:latin typeface="Arial"/>
                <a:ea typeface="Arial"/>
                <a:cs typeface="Arial"/>
              </a:defRPr>
            </a:defPPr>
            <a:lvl1pPr>
              <a:defRPr sz="2100" b="0">
                <a:solidFill>
                  <a:srgbClr val="526D68"/>
                </a:solidFill>
                <a:latin typeface="Arial"/>
                <a:ea typeface="Arial"/>
                <a:cs typeface="Arial"/>
              </a:defRPr>
            </a:lvl1pPr>
            <a:lvl2pPr>
              <a:defRPr sz="2100" b="0">
                <a:solidFill>
                  <a:srgbClr val="526D68"/>
                </a:solidFill>
                <a:latin typeface="Arial"/>
                <a:ea typeface="Arial"/>
                <a:cs typeface="Arial"/>
              </a:defRPr>
            </a:lvl2pPr>
            <a:lvl3pPr>
              <a:defRPr sz="2100" b="0">
                <a:solidFill>
                  <a:srgbClr val="526D68"/>
                </a:solidFill>
                <a:latin typeface="Arial"/>
                <a:ea typeface="Arial"/>
                <a:cs typeface="Arial"/>
              </a:defRPr>
            </a:lvl3pPr>
            <a:lvl4pPr>
              <a:defRPr sz="2100" b="0">
                <a:solidFill>
                  <a:srgbClr val="526D68"/>
                </a:solidFill>
                <a:latin typeface="Arial"/>
                <a:ea typeface="Arial"/>
                <a:cs typeface="Arial"/>
              </a:defRPr>
            </a:lvl4pPr>
            <a:lvl5pPr>
              <a:defRPr sz="2100" b="0">
                <a:solidFill>
                  <a:srgbClr val="526D68"/>
                </a:solidFill>
                <a:latin typeface="Arial"/>
                <a:ea typeface="Arial"/>
                <a:cs typeface="Arial"/>
              </a:defRPr>
            </a:lvl5pPr>
            <a:lvl6pPr>
              <a:defRPr sz="2100" b="0">
                <a:solidFill>
                  <a:srgbClr val="526D68"/>
                </a:solidFill>
                <a:latin typeface="Arial"/>
                <a:ea typeface="Arial"/>
                <a:cs typeface="Arial"/>
              </a:defRPr>
            </a:lvl6pPr>
            <a:lvl7pPr>
              <a:defRPr sz="2100" b="0">
                <a:solidFill>
                  <a:srgbClr val="526D68"/>
                </a:solidFill>
                <a:latin typeface="Arial"/>
                <a:ea typeface="Arial"/>
                <a:cs typeface="Arial"/>
              </a:defRPr>
            </a:lvl7pPr>
            <a:lvl8pPr>
              <a:defRPr sz="2100" b="0">
                <a:solidFill>
                  <a:srgbClr val="526D68"/>
                </a:solidFill>
                <a:latin typeface="Arial"/>
                <a:ea typeface="Arial"/>
                <a:cs typeface="Arial"/>
              </a:defRPr>
            </a:lvl8pPr>
            <a:lvl9pPr>
              <a:defRPr sz="2100" b="0">
                <a:solidFill>
                  <a:srgbClr val="526D68"/>
                </a:solidFill>
                <a:latin typeface="Arial"/>
                <a:ea typeface="Arial"/>
                <a:cs typeface="Arial"/>
              </a:defRPr>
            </a:lvl9pPr>
          </a:lstStyle>
          <a:p xmlns:a="http://schemas.openxmlformats.org/drawingml/2006/main">
            <a:pPr>
              <a:defRPr sz="2100" b="0">
                <a:solidFill>
                  <a:srgbClr val="526D68"/>
                </a:solidFill>
                <a:latin typeface="Arial"/>
                <a:ea typeface="Arial"/>
                <a:cs typeface="Arial"/>
              </a:defRPr>
            </a:pPr>
            <a:r>
              <a:rPr sz="2100" b="0">
                <a:solidFill>
                  <a:srgbClr val="526D68"/>
                </a:solidFill>
                <a:latin typeface="Arial"/>
                <a:ea typeface="Arial"/>
                <a:cs typeface="Arial"/>
              </a:rPr>
              <a:t>genacademy-p3-code-review.streamlit.app</a:t>
            </a:r>
          </a:p>
        </p:txBody>
      </p:sp>
      <p:sp>
        <p:nvSpPr>
          <p:cNvPr id="5" name="">
            <a:extLst xmlns:a="http://schemas.openxmlformats.org/drawingml/2006/main">
              <a:ext uri="{FF2B5EF4-FFF2-40B4-BE49-F238E27FC236}">
                <a16:creationId xmlns:a16="http://schemas.microsoft.com/office/drawing/2014/main" id="{E74DCE1D-3C85-4CE5-A721-57A8C812A866}"/>
              </a:ext>
            </a:extLst>
          </p:cNvPr>
          <p:cNvSpPr>
            <a:spLocks xmlns:a="http://schemas.openxmlformats.org/drawingml/2006/main" noGrp="1"/>
          </p:cNvSpPr>
          <p:nvPr/>
        </p:nvSpPr>
        <p:spPr>
          <a:xfrm xmlns:a="http://schemas.openxmlformats.org/drawingml/2006/main">
            <a:off x="609600" y="34385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4766B"/>
                </a:solidFill>
                <a:latin typeface="Arial"/>
                <a:ea typeface="Arial"/>
                <a:cs typeface="Arial"/>
              </a:defRPr>
            </a:defPPr>
            <a:lvl1pPr>
              <a:defRPr sz="2700" b="0">
                <a:solidFill>
                  <a:srgbClr val="14766B"/>
                </a:solidFill>
                <a:latin typeface="Arial"/>
                <a:ea typeface="Arial"/>
                <a:cs typeface="Arial"/>
              </a:defRPr>
            </a:lvl1pPr>
            <a:lvl2pPr>
              <a:defRPr sz="2700" b="0">
                <a:solidFill>
                  <a:srgbClr val="14766B"/>
                </a:solidFill>
                <a:latin typeface="Arial"/>
                <a:ea typeface="Arial"/>
                <a:cs typeface="Arial"/>
              </a:defRPr>
            </a:lvl2pPr>
            <a:lvl3pPr>
              <a:defRPr sz="2700" b="0">
                <a:solidFill>
                  <a:srgbClr val="14766B"/>
                </a:solidFill>
                <a:latin typeface="Arial"/>
                <a:ea typeface="Arial"/>
                <a:cs typeface="Arial"/>
              </a:defRPr>
            </a:lvl3pPr>
            <a:lvl4pPr>
              <a:defRPr sz="2700" b="0">
                <a:solidFill>
                  <a:srgbClr val="14766B"/>
                </a:solidFill>
                <a:latin typeface="Arial"/>
                <a:ea typeface="Arial"/>
                <a:cs typeface="Arial"/>
              </a:defRPr>
            </a:lvl4pPr>
            <a:lvl5pPr>
              <a:defRPr sz="2700" b="0">
                <a:solidFill>
                  <a:srgbClr val="14766B"/>
                </a:solidFill>
                <a:latin typeface="Arial"/>
                <a:ea typeface="Arial"/>
                <a:cs typeface="Arial"/>
              </a:defRPr>
            </a:lvl5pPr>
            <a:lvl6pPr>
              <a:defRPr sz="2700" b="0">
                <a:solidFill>
                  <a:srgbClr val="14766B"/>
                </a:solidFill>
                <a:latin typeface="Arial"/>
                <a:ea typeface="Arial"/>
                <a:cs typeface="Arial"/>
              </a:defRPr>
            </a:lvl6pPr>
            <a:lvl7pPr>
              <a:defRPr sz="2700" b="0">
                <a:solidFill>
                  <a:srgbClr val="14766B"/>
                </a:solidFill>
                <a:latin typeface="Arial"/>
                <a:ea typeface="Arial"/>
                <a:cs typeface="Arial"/>
              </a:defRPr>
            </a:lvl7pPr>
            <a:lvl8pPr>
              <a:defRPr sz="2700" b="0">
                <a:solidFill>
                  <a:srgbClr val="14766B"/>
                </a:solidFill>
                <a:latin typeface="Arial"/>
                <a:ea typeface="Arial"/>
                <a:cs typeface="Arial"/>
              </a:defRPr>
            </a:lvl8pPr>
            <a:lvl9pPr>
              <a:defRPr sz="2700" b="0">
                <a:solidFill>
                  <a:srgbClr val="14766B"/>
                </a:solidFill>
                <a:latin typeface="Arial"/>
                <a:ea typeface="Arial"/>
                <a:cs typeface="Arial"/>
              </a:defRPr>
            </a:lvl9pPr>
          </a:lstStyle>
          <a:p xmlns:a="http://schemas.openxmlformats.org/drawingml/2006/main">
            <a:pPr>
              <a:defRPr sz="2700" b="0">
                <a:solidFill>
                  <a:srgbClr val="14766B"/>
                </a:solidFill>
                <a:latin typeface="Arial"/>
                <a:ea typeface="Arial"/>
                <a:cs typeface="Arial"/>
              </a:defRPr>
            </a:pPr>
            <a:r>
              <a:rPr sz="2700" b="0">
                <a:solidFill>
                  <a:srgbClr val="14766B"/>
                </a:solidFill>
                <a:latin typeface="Arial"/>
                <a:ea typeface="Arial"/>
                <a:cs typeface="Arial"/>
                <a:hlinkClick xmlns:r="http://schemas.openxmlformats.org/officeDocument/2006/relationships" r:id="R7464dc64900e458c"/>
              </a:rPr>
              <a:t>Open the GitHub project</a:t>
            </a:r>
          </a:p>
        </p:txBody>
      </p:sp>
      <p:sp>
        <p:nvSpPr>
          <p:cNvPr id="6" name="">
            <a:extLst xmlns:a="http://schemas.openxmlformats.org/drawingml/2006/main">
              <a:ext uri="{FF2B5EF4-FFF2-40B4-BE49-F238E27FC236}">
                <a16:creationId xmlns:a16="http://schemas.microsoft.com/office/drawing/2014/main" id="{A1D81FDA-4220-4323-8546-08241FA81931}"/>
              </a:ext>
            </a:extLst>
          </p:cNvPr>
          <p:cNvSpPr>
            <a:spLocks xmlns:a="http://schemas.openxmlformats.org/drawingml/2006/main" noGrp="1"/>
          </p:cNvSpPr>
          <p:nvPr/>
        </p:nvSpPr>
        <p:spPr>
          <a:xfrm xmlns:a="http://schemas.openxmlformats.org/drawingml/2006/main">
            <a:off x="609600" y="40100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D68"/>
                </a:solidFill>
                <a:latin typeface="Arial"/>
                <a:ea typeface="Arial"/>
                <a:cs typeface="Arial"/>
              </a:defRPr>
            </a:defPPr>
            <a:lvl1pPr>
              <a:defRPr sz="2100" b="0">
                <a:solidFill>
                  <a:srgbClr val="526D68"/>
                </a:solidFill>
                <a:latin typeface="Arial"/>
                <a:ea typeface="Arial"/>
                <a:cs typeface="Arial"/>
              </a:defRPr>
            </a:lvl1pPr>
            <a:lvl2pPr>
              <a:defRPr sz="2100" b="0">
                <a:solidFill>
                  <a:srgbClr val="526D68"/>
                </a:solidFill>
                <a:latin typeface="Arial"/>
                <a:ea typeface="Arial"/>
                <a:cs typeface="Arial"/>
              </a:defRPr>
            </a:lvl2pPr>
            <a:lvl3pPr>
              <a:defRPr sz="2100" b="0">
                <a:solidFill>
                  <a:srgbClr val="526D68"/>
                </a:solidFill>
                <a:latin typeface="Arial"/>
                <a:ea typeface="Arial"/>
                <a:cs typeface="Arial"/>
              </a:defRPr>
            </a:lvl3pPr>
            <a:lvl4pPr>
              <a:defRPr sz="2100" b="0">
                <a:solidFill>
                  <a:srgbClr val="526D68"/>
                </a:solidFill>
                <a:latin typeface="Arial"/>
                <a:ea typeface="Arial"/>
                <a:cs typeface="Arial"/>
              </a:defRPr>
            </a:lvl4pPr>
            <a:lvl5pPr>
              <a:defRPr sz="2100" b="0">
                <a:solidFill>
                  <a:srgbClr val="526D68"/>
                </a:solidFill>
                <a:latin typeface="Arial"/>
                <a:ea typeface="Arial"/>
                <a:cs typeface="Arial"/>
              </a:defRPr>
            </a:lvl5pPr>
            <a:lvl6pPr>
              <a:defRPr sz="2100" b="0">
                <a:solidFill>
                  <a:srgbClr val="526D68"/>
                </a:solidFill>
                <a:latin typeface="Arial"/>
                <a:ea typeface="Arial"/>
                <a:cs typeface="Arial"/>
              </a:defRPr>
            </a:lvl6pPr>
            <a:lvl7pPr>
              <a:defRPr sz="2100" b="0">
                <a:solidFill>
                  <a:srgbClr val="526D68"/>
                </a:solidFill>
                <a:latin typeface="Arial"/>
                <a:ea typeface="Arial"/>
                <a:cs typeface="Arial"/>
              </a:defRPr>
            </a:lvl7pPr>
            <a:lvl8pPr>
              <a:defRPr sz="2100" b="0">
                <a:solidFill>
                  <a:srgbClr val="526D68"/>
                </a:solidFill>
                <a:latin typeface="Arial"/>
                <a:ea typeface="Arial"/>
                <a:cs typeface="Arial"/>
              </a:defRPr>
            </a:lvl8pPr>
            <a:lvl9pPr>
              <a:defRPr sz="2100" b="0">
                <a:solidFill>
                  <a:srgbClr val="526D68"/>
                </a:solidFill>
                <a:latin typeface="Arial"/>
                <a:ea typeface="Arial"/>
                <a:cs typeface="Arial"/>
              </a:defRPr>
            </a:lvl9pPr>
          </a:lstStyle>
          <a:p xmlns:a="http://schemas.openxmlformats.org/drawingml/2006/main">
            <a:pPr>
              <a:defRPr sz="2100" b="0">
                <a:solidFill>
                  <a:srgbClr val="526D68"/>
                </a:solidFill>
                <a:latin typeface="Arial"/>
                <a:ea typeface="Arial"/>
                <a:cs typeface="Arial"/>
              </a:defRPr>
            </a:pPr>
            <a:r>
              <a:rPr sz="2100" b="0">
                <a:solidFill>
                  <a:srgbClr val="526D68"/>
                </a:solidFill>
                <a:latin typeface="Arial"/>
                <a:ea typeface="Arial"/>
                <a:cs typeface="Arial"/>
              </a:rPr>
              <a:t>ajaybcd/GENACADEMY-P3</a:t>
            </a:r>
          </a:p>
        </p:txBody>
      </p:sp>
      <p:sp>
        <p:nvSpPr>
          <p:cNvPr id="7" name="">
            <a:extLst xmlns:a="http://schemas.openxmlformats.org/drawingml/2006/main">
              <a:ext uri="{FF2B5EF4-FFF2-40B4-BE49-F238E27FC236}">
                <a16:creationId xmlns:a16="http://schemas.microsoft.com/office/drawing/2014/main" id="{620C1884-7730-45B3-8EC1-0B4E6E4DC348}"/>
              </a:ext>
            </a:extLst>
          </p:cNvPr>
          <p:cNvSpPr>
            <a:spLocks xmlns:a="http://schemas.openxmlformats.org/drawingml/2006/main" noGrp="1"/>
          </p:cNvSpPr>
          <p:nvPr/>
        </p:nvSpPr>
        <p:spPr>
          <a:xfrm xmlns:a="http://schemas.openxmlformats.org/drawingml/2006/main">
            <a:off x="609600" y="51625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C36"/>
                </a:solidFill>
                <a:latin typeface="Arial"/>
                <a:ea typeface="Arial"/>
                <a:cs typeface="Arial"/>
              </a:defRPr>
            </a:defPPr>
            <a:lvl1pPr>
              <a:defRPr sz="2250" b="0">
                <a:solidFill>
                  <a:srgbClr val="163C36"/>
                </a:solidFill>
                <a:latin typeface="Arial"/>
                <a:ea typeface="Arial"/>
                <a:cs typeface="Arial"/>
              </a:defRPr>
            </a:lvl1pPr>
            <a:lvl2pPr>
              <a:defRPr sz="2250" b="0">
                <a:solidFill>
                  <a:srgbClr val="163C36"/>
                </a:solidFill>
                <a:latin typeface="Arial"/>
                <a:ea typeface="Arial"/>
                <a:cs typeface="Arial"/>
              </a:defRPr>
            </a:lvl2pPr>
            <a:lvl3pPr>
              <a:defRPr sz="2250" b="0">
                <a:solidFill>
                  <a:srgbClr val="163C36"/>
                </a:solidFill>
                <a:latin typeface="Arial"/>
                <a:ea typeface="Arial"/>
                <a:cs typeface="Arial"/>
              </a:defRPr>
            </a:lvl3pPr>
            <a:lvl4pPr>
              <a:defRPr sz="2250" b="0">
                <a:solidFill>
                  <a:srgbClr val="163C36"/>
                </a:solidFill>
                <a:latin typeface="Arial"/>
                <a:ea typeface="Arial"/>
                <a:cs typeface="Arial"/>
              </a:defRPr>
            </a:lvl4pPr>
            <a:lvl5pPr>
              <a:defRPr sz="2250" b="0">
                <a:solidFill>
                  <a:srgbClr val="163C36"/>
                </a:solidFill>
                <a:latin typeface="Arial"/>
                <a:ea typeface="Arial"/>
                <a:cs typeface="Arial"/>
              </a:defRPr>
            </a:lvl5pPr>
            <a:lvl6pPr>
              <a:defRPr sz="2250" b="0">
                <a:solidFill>
                  <a:srgbClr val="163C36"/>
                </a:solidFill>
                <a:latin typeface="Arial"/>
                <a:ea typeface="Arial"/>
                <a:cs typeface="Arial"/>
              </a:defRPr>
            </a:lvl6pPr>
            <a:lvl7pPr>
              <a:defRPr sz="2250" b="0">
                <a:solidFill>
                  <a:srgbClr val="163C36"/>
                </a:solidFill>
                <a:latin typeface="Arial"/>
                <a:ea typeface="Arial"/>
                <a:cs typeface="Arial"/>
              </a:defRPr>
            </a:lvl7pPr>
            <a:lvl8pPr>
              <a:defRPr sz="2250" b="0">
                <a:solidFill>
                  <a:srgbClr val="163C36"/>
                </a:solidFill>
                <a:latin typeface="Arial"/>
                <a:ea typeface="Arial"/>
                <a:cs typeface="Arial"/>
              </a:defRPr>
            </a:lvl8pPr>
            <a:lvl9pPr>
              <a:defRPr sz="2250" b="0">
                <a:solidFill>
                  <a:srgbClr val="163C36"/>
                </a:solidFill>
                <a:latin typeface="Arial"/>
                <a:ea typeface="Arial"/>
                <a:cs typeface="Arial"/>
              </a:defRPr>
            </a:lvl9pPr>
          </a:lstStyle>
          <a:p xmlns:a="http://schemas.openxmlformats.org/drawingml/2006/main">
            <a:pPr>
              <a:defRPr sz="2250" b="0">
                <a:solidFill>
                  <a:srgbClr val="163C36"/>
                </a:solidFill>
                <a:latin typeface="Arial"/>
                <a:ea typeface="Arial"/>
                <a:cs typeface="Arial"/>
              </a:defRPr>
            </a:pPr>
            <a:r>
              <a:rPr sz="2250" b="0">
                <a:solidFill>
                  <a:srgbClr val="163C36"/>
                </a:solidFill>
                <a:latin typeface="Arial"/>
                <a:ea typeface="Arial"/>
                <a:cs typeface="Arial"/>
              </a:rPr>
              <a:t>Source code, three real reports and project documentation</a:t>
            </a:r>
          </a:p>
        </p:txBody>
      </p:sp>
    </p:spTree>
    <p:extLst>
      <p:ext uri="{BB962C8B-B14F-4D97-AF65-F5344CB8AC3E}">
        <p14:creationId xmlns:p14="http://schemas.microsoft.com/office/powerpoint/2010/main" val="1236097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2026-10-26T03:46:49.2980000Z</dcterms:created>
  <dcterms:modified xsi:type="dcterms:W3CDTF">2026-10-26T03:46:49.2980000Z</dcterms:modified>
</coreProperties>
</file>